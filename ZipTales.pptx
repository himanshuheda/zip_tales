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4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00376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00376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00376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00376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9470"/>
            <a:ext cx="18288000" cy="994752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649789" y="8682760"/>
            <a:ext cx="5647690" cy="95250"/>
          </a:xfrm>
          <a:custGeom>
            <a:avLst/>
            <a:gdLst/>
            <a:ahLst/>
            <a:cxnLst/>
            <a:rect l="l" t="t" r="r" b="b"/>
            <a:pathLst>
              <a:path w="5647690" h="95250">
                <a:moveTo>
                  <a:pt x="5647431" y="95249"/>
                </a:moveTo>
                <a:lnTo>
                  <a:pt x="0" y="95249"/>
                </a:lnTo>
                <a:lnTo>
                  <a:pt x="0" y="0"/>
                </a:lnTo>
                <a:lnTo>
                  <a:pt x="5647431" y="0"/>
                </a:lnTo>
                <a:lnTo>
                  <a:pt x="5647431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97221" y="8682760"/>
            <a:ext cx="5340985" cy="95250"/>
          </a:xfrm>
          <a:custGeom>
            <a:avLst/>
            <a:gdLst/>
            <a:ahLst/>
            <a:cxnLst/>
            <a:rect l="l" t="t" r="r" b="b"/>
            <a:pathLst>
              <a:path w="5340984" h="95250">
                <a:moveTo>
                  <a:pt x="5340696" y="95249"/>
                </a:moveTo>
                <a:lnTo>
                  <a:pt x="0" y="95249"/>
                </a:lnTo>
                <a:lnTo>
                  <a:pt x="0" y="0"/>
                </a:lnTo>
                <a:lnTo>
                  <a:pt x="5340696" y="0"/>
                </a:lnTo>
                <a:lnTo>
                  <a:pt x="5340696" y="95249"/>
                </a:lnTo>
                <a:close/>
              </a:path>
            </a:pathLst>
          </a:custGeom>
          <a:solidFill>
            <a:srgbClr val="D6AA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5848" y="474026"/>
            <a:ext cx="16296302" cy="1549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00376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imanshuHeda/Zip_Tales" TargetMode="External"/><Relationship Id="rId5" Type="http://schemas.openxmlformats.org/officeDocument/2006/relationships/hyperlink" Target="https://ziptales.netlify.app/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7089" y="7596973"/>
            <a:ext cx="110134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1" spc="350" dirty="0">
                <a:latin typeface="Tahoma"/>
                <a:cs typeface="Tahoma"/>
              </a:rPr>
              <a:t>PRODUCT</a:t>
            </a:r>
            <a:r>
              <a:rPr sz="8000" b="1" spc="-300" dirty="0">
                <a:latin typeface="Tahoma"/>
                <a:cs typeface="Tahoma"/>
              </a:rPr>
              <a:t> </a:t>
            </a:r>
            <a:r>
              <a:rPr sz="8000" b="1" spc="-844" dirty="0">
                <a:solidFill>
                  <a:srgbClr val="D6AA66"/>
                </a:solidFill>
                <a:latin typeface="Tahoma"/>
                <a:cs typeface="Tahoma"/>
              </a:rPr>
              <a:t>:</a:t>
            </a:r>
            <a:r>
              <a:rPr sz="8000" b="1" spc="-80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8000" b="1" dirty="0">
                <a:solidFill>
                  <a:srgbClr val="D6AA66"/>
                </a:solidFill>
                <a:latin typeface="Tahoma"/>
                <a:cs typeface="Tahoma"/>
              </a:rPr>
              <a:t>ZIP</a:t>
            </a:r>
            <a:r>
              <a:rPr sz="8000" b="1" spc="-195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8000" b="1" spc="90" dirty="0">
                <a:solidFill>
                  <a:srgbClr val="D6AA66"/>
                </a:solidFill>
                <a:latin typeface="Tahoma"/>
                <a:cs typeface="Tahoma"/>
              </a:rPr>
              <a:t>Tales</a:t>
            </a:r>
            <a:endParaRPr sz="80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99231" y="1638300"/>
            <a:ext cx="4489155" cy="4483100"/>
            <a:chOff x="6898742" y="3180394"/>
            <a:chExt cx="4489155" cy="4483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3641" y="3224396"/>
              <a:ext cx="4400716" cy="4394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8742" y="3180394"/>
              <a:ext cx="4489155" cy="4483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1253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7045" y="991235"/>
            <a:ext cx="6354445" cy="661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u="heavy" spc="2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PROBLEM</a:t>
            </a:r>
            <a:r>
              <a:rPr sz="4150" u="heavy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150" u="heavy" spc="130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STATEMENT</a:t>
            </a:r>
            <a:endParaRPr sz="4150"/>
          </a:p>
        </p:txBody>
      </p:sp>
      <p:grpSp>
        <p:nvGrpSpPr>
          <p:cNvPr id="4" name="object 4"/>
          <p:cNvGrpSpPr/>
          <p:nvPr/>
        </p:nvGrpSpPr>
        <p:grpSpPr>
          <a:xfrm>
            <a:off x="8202650" y="2493397"/>
            <a:ext cx="1996439" cy="5840095"/>
            <a:chOff x="8202650" y="2493397"/>
            <a:chExt cx="1996439" cy="5840095"/>
          </a:xfrm>
        </p:grpSpPr>
        <p:sp>
          <p:nvSpPr>
            <p:cNvPr id="5" name="object 5"/>
            <p:cNvSpPr/>
            <p:nvPr/>
          </p:nvSpPr>
          <p:spPr>
            <a:xfrm>
              <a:off x="8203298" y="2494016"/>
              <a:ext cx="1778635" cy="1526540"/>
            </a:xfrm>
            <a:custGeom>
              <a:avLst/>
              <a:gdLst/>
              <a:ahLst/>
              <a:cxnLst/>
              <a:rect l="l" t="t" r="r" b="b"/>
              <a:pathLst>
                <a:path w="1778634" h="1526539">
                  <a:moveTo>
                    <a:pt x="0" y="5068"/>
                  </a:moveTo>
                  <a:lnTo>
                    <a:pt x="27498" y="556"/>
                  </a:lnTo>
                  <a:lnTo>
                    <a:pt x="55683" y="0"/>
                  </a:lnTo>
                  <a:lnTo>
                    <a:pt x="84002" y="1850"/>
                  </a:lnTo>
                  <a:lnTo>
                    <a:pt x="161182" y="10011"/>
                  </a:lnTo>
                  <a:lnTo>
                    <a:pt x="210160" y="16938"/>
                  </a:lnTo>
                  <a:lnTo>
                    <a:pt x="258816" y="25311"/>
                  </a:lnTo>
                  <a:lnTo>
                    <a:pt x="307128" y="35105"/>
                  </a:lnTo>
                  <a:lnTo>
                    <a:pt x="355074" y="46294"/>
                  </a:lnTo>
                  <a:lnTo>
                    <a:pt x="402633" y="58850"/>
                  </a:lnTo>
                  <a:lnTo>
                    <a:pt x="449784" y="72747"/>
                  </a:lnTo>
                  <a:lnTo>
                    <a:pt x="496504" y="87960"/>
                  </a:lnTo>
                  <a:lnTo>
                    <a:pt x="542771" y="104461"/>
                  </a:lnTo>
                  <a:lnTo>
                    <a:pt x="588566" y="122224"/>
                  </a:lnTo>
                  <a:lnTo>
                    <a:pt x="633864" y="141224"/>
                  </a:lnTo>
                  <a:lnTo>
                    <a:pt x="678646" y="161433"/>
                  </a:lnTo>
                  <a:lnTo>
                    <a:pt x="722890" y="182825"/>
                  </a:lnTo>
                  <a:lnTo>
                    <a:pt x="766573" y="205375"/>
                  </a:lnTo>
                  <a:lnTo>
                    <a:pt x="809675" y="229055"/>
                  </a:lnTo>
                  <a:lnTo>
                    <a:pt x="852173" y="253839"/>
                  </a:lnTo>
                  <a:lnTo>
                    <a:pt x="894047" y="279701"/>
                  </a:lnTo>
                  <a:lnTo>
                    <a:pt x="935274" y="306614"/>
                  </a:lnTo>
                  <a:lnTo>
                    <a:pt x="975833" y="334553"/>
                  </a:lnTo>
                  <a:lnTo>
                    <a:pt x="1015702" y="363491"/>
                  </a:lnTo>
                  <a:lnTo>
                    <a:pt x="1054859" y="393400"/>
                  </a:lnTo>
                  <a:lnTo>
                    <a:pt x="1093284" y="424256"/>
                  </a:lnTo>
                  <a:lnTo>
                    <a:pt x="1130954" y="456032"/>
                  </a:lnTo>
                  <a:lnTo>
                    <a:pt x="1167848" y="488701"/>
                  </a:lnTo>
                  <a:lnTo>
                    <a:pt x="1203943" y="522237"/>
                  </a:lnTo>
                  <a:lnTo>
                    <a:pt x="1239220" y="556614"/>
                  </a:lnTo>
                  <a:lnTo>
                    <a:pt x="1273656" y="591805"/>
                  </a:lnTo>
                  <a:lnTo>
                    <a:pt x="1307228" y="627785"/>
                  </a:lnTo>
                  <a:lnTo>
                    <a:pt x="1339917" y="664525"/>
                  </a:lnTo>
                  <a:lnTo>
                    <a:pt x="1371700" y="702001"/>
                  </a:lnTo>
                  <a:lnTo>
                    <a:pt x="1400367" y="737478"/>
                  </a:lnTo>
                  <a:lnTo>
                    <a:pt x="1429097" y="774722"/>
                  </a:lnTo>
                  <a:lnTo>
                    <a:pt x="1457753" y="813562"/>
                  </a:lnTo>
                  <a:lnTo>
                    <a:pt x="1486203" y="853827"/>
                  </a:lnTo>
                  <a:lnTo>
                    <a:pt x="1514313" y="895348"/>
                  </a:lnTo>
                  <a:lnTo>
                    <a:pt x="1541948" y="937954"/>
                  </a:lnTo>
                  <a:lnTo>
                    <a:pt x="1568974" y="981474"/>
                  </a:lnTo>
                  <a:lnTo>
                    <a:pt x="1595257" y="1025738"/>
                  </a:lnTo>
                  <a:lnTo>
                    <a:pt x="1620664" y="1070574"/>
                  </a:lnTo>
                  <a:lnTo>
                    <a:pt x="1645059" y="1115814"/>
                  </a:lnTo>
                  <a:lnTo>
                    <a:pt x="1668310" y="1161285"/>
                  </a:lnTo>
                  <a:lnTo>
                    <a:pt x="1690282" y="1206818"/>
                  </a:lnTo>
                  <a:lnTo>
                    <a:pt x="1710841" y="1252242"/>
                  </a:lnTo>
                  <a:lnTo>
                    <a:pt x="1729853" y="1297387"/>
                  </a:lnTo>
                  <a:lnTo>
                    <a:pt x="1747184" y="1342081"/>
                  </a:lnTo>
                  <a:lnTo>
                    <a:pt x="1762700" y="1386155"/>
                  </a:lnTo>
                  <a:lnTo>
                    <a:pt x="1776267" y="1429438"/>
                  </a:lnTo>
                  <a:lnTo>
                    <a:pt x="1778225" y="1460093"/>
                  </a:lnTo>
                  <a:lnTo>
                    <a:pt x="1768611" y="1488150"/>
                  </a:lnTo>
                  <a:lnTo>
                    <a:pt x="1749180" y="1510558"/>
                  </a:lnTo>
                  <a:lnTo>
                    <a:pt x="1721688" y="1524265"/>
                  </a:lnTo>
                  <a:lnTo>
                    <a:pt x="1691040" y="1526237"/>
                  </a:lnTo>
                  <a:lnTo>
                    <a:pt x="1662995" y="1516634"/>
                  </a:lnTo>
                  <a:lnTo>
                    <a:pt x="1640600" y="1497211"/>
                  </a:lnTo>
                  <a:lnTo>
                    <a:pt x="1626905" y="1469722"/>
                  </a:lnTo>
                  <a:lnTo>
                    <a:pt x="1614312" y="1424788"/>
                  </a:lnTo>
                  <a:lnTo>
                    <a:pt x="1599259" y="1378445"/>
                  </a:lnTo>
                  <a:lnTo>
                    <a:pt x="1581970" y="1331010"/>
                  </a:lnTo>
                  <a:lnTo>
                    <a:pt x="1562671" y="1282800"/>
                  </a:lnTo>
                  <a:lnTo>
                    <a:pt x="1541586" y="1234129"/>
                  </a:lnTo>
                  <a:lnTo>
                    <a:pt x="1518940" y="1185314"/>
                  </a:lnTo>
                  <a:lnTo>
                    <a:pt x="1494959" y="1136670"/>
                  </a:lnTo>
                  <a:lnTo>
                    <a:pt x="1469865" y="1088513"/>
                  </a:lnTo>
                  <a:lnTo>
                    <a:pt x="1443885" y="1041160"/>
                  </a:lnTo>
                  <a:lnTo>
                    <a:pt x="1417244" y="994926"/>
                  </a:lnTo>
                  <a:lnTo>
                    <a:pt x="1390165" y="950126"/>
                  </a:lnTo>
                  <a:lnTo>
                    <a:pt x="1362874" y="907077"/>
                  </a:lnTo>
                  <a:lnTo>
                    <a:pt x="1335596" y="866094"/>
                  </a:lnTo>
                  <a:lnTo>
                    <a:pt x="1308555" y="827494"/>
                  </a:lnTo>
                  <a:lnTo>
                    <a:pt x="1277406" y="785243"/>
                  </a:lnTo>
                  <a:lnTo>
                    <a:pt x="1245655" y="744213"/>
                  </a:lnTo>
                  <a:lnTo>
                    <a:pt x="1213295" y="704390"/>
                  </a:lnTo>
                  <a:lnTo>
                    <a:pt x="1180318" y="665759"/>
                  </a:lnTo>
                  <a:lnTo>
                    <a:pt x="1146718" y="628305"/>
                  </a:lnTo>
                  <a:lnTo>
                    <a:pt x="1112489" y="592015"/>
                  </a:lnTo>
                  <a:lnTo>
                    <a:pt x="1077623" y="556873"/>
                  </a:lnTo>
                  <a:lnTo>
                    <a:pt x="1042114" y="522865"/>
                  </a:lnTo>
                  <a:lnTo>
                    <a:pt x="1005956" y="489977"/>
                  </a:lnTo>
                  <a:lnTo>
                    <a:pt x="969141" y="458194"/>
                  </a:lnTo>
                  <a:lnTo>
                    <a:pt x="931662" y="427502"/>
                  </a:lnTo>
                  <a:lnTo>
                    <a:pt x="893513" y="397886"/>
                  </a:lnTo>
                  <a:lnTo>
                    <a:pt x="854688" y="369332"/>
                  </a:lnTo>
                  <a:lnTo>
                    <a:pt x="815179" y="341825"/>
                  </a:lnTo>
                  <a:lnTo>
                    <a:pt x="774979" y="315351"/>
                  </a:lnTo>
                  <a:lnTo>
                    <a:pt x="734083" y="289895"/>
                  </a:lnTo>
                  <a:lnTo>
                    <a:pt x="692483" y="265443"/>
                  </a:lnTo>
                  <a:lnTo>
                    <a:pt x="650172" y="241980"/>
                  </a:lnTo>
                  <a:lnTo>
                    <a:pt x="607144" y="219492"/>
                  </a:lnTo>
                  <a:lnTo>
                    <a:pt x="563392" y="197964"/>
                  </a:lnTo>
                  <a:lnTo>
                    <a:pt x="518909" y="177382"/>
                  </a:lnTo>
                  <a:lnTo>
                    <a:pt x="473689" y="157732"/>
                  </a:lnTo>
                  <a:lnTo>
                    <a:pt x="427725" y="138999"/>
                  </a:lnTo>
                  <a:lnTo>
                    <a:pt x="381009" y="121168"/>
                  </a:lnTo>
                  <a:lnTo>
                    <a:pt x="333536" y="104224"/>
                  </a:lnTo>
                  <a:lnTo>
                    <a:pt x="285298" y="88155"/>
                  </a:lnTo>
                  <a:lnTo>
                    <a:pt x="236289" y="72944"/>
                  </a:lnTo>
                  <a:lnTo>
                    <a:pt x="186502" y="58578"/>
                  </a:lnTo>
                  <a:lnTo>
                    <a:pt x="135931" y="45042"/>
                  </a:lnTo>
                  <a:lnTo>
                    <a:pt x="66016" y="28486"/>
                  </a:lnTo>
                  <a:lnTo>
                    <a:pt x="30560" y="18139"/>
                  </a:lnTo>
                  <a:lnTo>
                    <a:pt x="0" y="5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03285" y="2494032"/>
              <a:ext cx="1778635" cy="1526540"/>
            </a:xfrm>
            <a:custGeom>
              <a:avLst/>
              <a:gdLst/>
              <a:ahLst/>
              <a:cxnLst/>
              <a:rect l="l" t="t" r="r" b="b"/>
              <a:pathLst>
                <a:path w="1778634" h="1526539">
                  <a:moveTo>
                    <a:pt x="1626956" y="1469768"/>
                  </a:moveTo>
                  <a:lnTo>
                    <a:pt x="1614363" y="1424830"/>
                  </a:lnTo>
                  <a:lnTo>
                    <a:pt x="1599310" y="1378486"/>
                  </a:lnTo>
                  <a:lnTo>
                    <a:pt x="1582021" y="1331049"/>
                  </a:lnTo>
                  <a:lnTo>
                    <a:pt x="1562721" y="1282837"/>
                  </a:lnTo>
                  <a:lnTo>
                    <a:pt x="1541636" y="1234164"/>
                  </a:lnTo>
                  <a:lnTo>
                    <a:pt x="1518989" y="1185347"/>
                  </a:lnTo>
                  <a:lnTo>
                    <a:pt x="1495007" y="1136702"/>
                  </a:lnTo>
                  <a:lnTo>
                    <a:pt x="1469913" y="1088544"/>
                  </a:lnTo>
                  <a:lnTo>
                    <a:pt x="1443932" y="1041190"/>
                  </a:lnTo>
                  <a:lnTo>
                    <a:pt x="1417289" y="994954"/>
                  </a:lnTo>
                  <a:lnTo>
                    <a:pt x="1390210" y="950154"/>
                  </a:lnTo>
                  <a:lnTo>
                    <a:pt x="1362918" y="907104"/>
                  </a:lnTo>
                  <a:lnTo>
                    <a:pt x="1335640" y="866120"/>
                  </a:lnTo>
                  <a:lnTo>
                    <a:pt x="1308598" y="827519"/>
                  </a:lnTo>
                  <a:lnTo>
                    <a:pt x="1277449" y="785267"/>
                  </a:lnTo>
                  <a:lnTo>
                    <a:pt x="1245697" y="744236"/>
                  </a:lnTo>
                  <a:lnTo>
                    <a:pt x="1213336" y="704412"/>
                  </a:lnTo>
                  <a:lnTo>
                    <a:pt x="1180358" y="665780"/>
                  </a:lnTo>
                  <a:lnTo>
                    <a:pt x="1146758" y="628325"/>
                  </a:lnTo>
                  <a:lnTo>
                    <a:pt x="1112528" y="592034"/>
                  </a:lnTo>
                  <a:lnTo>
                    <a:pt x="1077661" y="556891"/>
                  </a:lnTo>
                  <a:lnTo>
                    <a:pt x="1042151" y="522882"/>
                  </a:lnTo>
                  <a:lnTo>
                    <a:pt x="1005992" y="489993"/>
                  </a:lnTo>
                  <a:lnTo>
                    <a:pt x="969175" y="458209"/>
                  </a:lnTo>
                  <a:lnTo>
                    <a:pt x="931696" y="427516"/>
                  </a:lnTo>
                  <a:lnTo>
                    <a:pt x="893546" y="397900"/>
                  </a:lnTo>
                  <a:lnTo>
                    <a:pt x="854719" y="369344"/>
                  </a:lnTo>
                  <a:lnTo>
                    <a:pt x="815209" y="341837"/>
                  </a:lnTo>
                  <a:lnTo>
                    <a:pt x="775009" y="315362"/>
                  </a:lnTo>
                  <a:lnTo>
                    <a:pt x="734111" y="289905"/>
                  </a:lnTo>
                  <a:lnTo>
                    <a:pt x="692509" y="265452"/>
                  </a:lnTo>
                  <a:lnTo>
                    <a:pt x="650197" y="241988"/>
                  </a:lnTo>
                  <a:lnTo>
                    <a:pt x="607168" y="219500"/>
                  </a:lnTo>
                  <a:lnTo>
                    <a:pt x="563414" y="197971"/>
                  </a:lnTo>
                  <a:lnTo>
                    <a:pt x="518930" y="177389"/>
                  </a:lnTo>
                  <a:lnTo>
                    <a:pt x="473708" y="157738"/>
                  </a:lnTo>
                  <a:lnTo>
                    <a:pt x="427741" y="139003"/>
                  </a:lnTo>
                  <a:lnTo>
                    <a:pt x="381024" y="121172"/>
                  </a:lnTo>
                  <a:lnTo>
                    <a:pt x="333549" y="104228"/>
                  </a:lnTo>
                  <a:lnTo>
                    <a:pt x="285309" y="88157"/>
                  </a:lnTo>
                  <a:lnTo>
                    <a:pt x="236298" y="72946"/>
                  </a:lnTo>
                  <a:lnTo>
                    <a:pt x="186510" y="58579"/>
                  </a:lnTo>
                  <a:lnTo>
                    <a:pt x="135936" y="45042"/>
                  </a:lnTo>
                  <a:lnTo>
                    <a:pt x="102450" y="37117"/>
                  </a:lnTo>
                  <a:lnTo>
                    <a:pt x="66019" y="28486"/>
                  </a:lnTo>
                  <a:lnTo>
                    <a:pt x="30562" y="18138"/>
                  </a:lnTo>
                  <a:lnTo>
                    <a:pt x="0" y="5066"/>
                  </a:lnTo>
                  <a:lnTo>
                    <a:pt x="27498" y="556"/>
                  </a:lnTo>
                  <a:lnTo>
                    <a:pt x="55684" y="0"/>
                  </a:lnTo>
                  <a:lnTo>
                    <a:pt x="84004" y="1849"/>
                  </a:lnTo>
                  <a:lnTo>
                    <a:pt x="161188" y="10009"/>
                  </a:lnTo>
                  <a:lnTo>
                    <a:pt x="210168" y="16936"/>
                  </a:lnTo>
                  <a:lnTo>
                    <a:pt x="258826" y="25310"/>
                  </a:lnTo>
                  <a:lnTo>
                    <a:pt x="307140" y="35104"/>
                  </a:lnTo>
                  <a:lnTo>
                    <a:pt x="355088" y="46293"/>
                  </a:lnTo>
                  <a:lnTo>
                    <a:pt x="402649" y="58849"/>
                  </a:lnTo>
                  <a:lnTo>
                    <a:pt x="449801" y="72747"/>
                  </a:lnTo>
                  <a:lnTo>
                    <a:pt x="496523" y="87960"/>
                  </a:lnTo>
                  <a:lnTo>
                    <a:pt x="542793" y="104462"/>
                  </a:lnTo>
                  <a:lnTo>
                    <a:pt x="588588" y="122226"/>
                  </a:lnTo>
                  <a:lnTo>
                    <a:pt x="633889" y="141226"/>
                  </a:lnTo>
                  <a:lnTo>
                    <a:pt x="678673" y="161436"/>
                  </a:lnTo>
                  <a:lnTo>
                    <a:pt x="722918" y="182829"/>
                  </a:lnTo>
                  <a:lnTo>
                    <a:pt x="766603" y="205380"/>
                  </a:lnTo>
                  <a:lnTo>
                    <a:pt x="809706" y="229061"/>
                  </a:lnTo>
                  <a:lnTo>
                    <a:pt x="852206" y="253846"/>
                  </a:lnTo>
                  <a:lnTo>
                    <a:pt x="894081" y="279709"/>
                  </a:lnTo>
                  <a:lnTo>
                    <a:pt x="935309" y="306624"/>
                  </a:lnTo>
                  <a:lnTo>
                    <a:pt x="975870" y="334564"/>
                  </a:lnTo>
                  <a:lnTo>
                    <a:pt x="1015740" y="363502"/>
                  </a:lnTo>
                  <a:lnTo>
                    <a:pt x="1054899" y="393414"/>
                  </a:lnTo>
                  <a:lnTo>
                    <a:pt x="1093325" y="424271"/>
                  </a:lnTo>
                  <a:lnTo>
                    <a:pt x="1130997" y="456048"/>
                  </a:lnTo>
                  <a:lnTo>
                    <a:pt x="1167892" y="488719"/>
                  </a:lnTo>
                  <a:lnTo>
                    <a:pt x="1203990" y="522257"/>
                  </a:lnTo>
                  <a:lnTo>
                    <a:pt x="1239268" y="556635"/>
                  </a:lnTo>
                  <a:lnTo>
                    <a:pt x="1273705" y="591828"/>
                  </a:lnTo>
                  <a:lnTo>
                    <a:pt x="1307279" y="627809"/>
                  </a:lnTo>
                  <a:lnTo>
                    <a:pt x="1339969" y="664551"/>
                  </a:lnTo>
                  <a:lnTo>
                    <a:pt x="1371753" y="702029"/>
                  </a:lnTo>
                  <a:lnTo>
                    <a:pt x="1400422" y="737506"/>
                  </a:lnTo>
                  <a:lnTo>
                    <a:pt x="1429152" y="774750"/>
                  </a:lnTo>
                  <a:lnTo>
                    <a:pt x="1457810" y="813591"/>
                  </a:lnTo>
                  <a:lnTo>
                    <a:pt x="1486261" y="853857"/>
                  </a:lnTo>
                  <a:lnTo>
                    <a:pt x="1514371" y="895380"/>
                  </a:lnTo>
                  <a:lnTo>
                    <a:pt x="1542007" y="937987"/>
                  </a:lnTo>
                  <a:lnTo>
                    <a:pt x="1569034" y="981509"/>
                  </a:lnTo>
                  <a:lnTo>
                    <a:pt x="1595318" y="1025774"/>
                  </a:lnTo>
                  <a:lnTo>
                    <a:pt x="1620725" y="1070613"/>
                  </a:lnTo>
                  <a:lnTo>
                    <a:pt x="1645122" y="1115855"/>
                  </a:lnTo>
                  <a:lnTo>
                    <a:pt x="1668373" y="1161328"/>
                  </a:lnTo>
                  <a:lnTo>
                    <a:pt x="1690346" y="1206864"/>
                  </a:lnTo>
                  <a:lnTo>
                    <a:pt x="1710905" y="1252290"/>
                  </a:lnTo>
                  <a:lnTo>
                    <a:pt x="1729918" y="1297437"/>
                  </a:lnTo>
                  <a:lnTo>
                    <a:pt x="1747249" y="1342134"/>
                  </a:lnTo>
                  <a:lnTo>
                    <a:pt x="1762765" y="1386211"/>
                  </a:lnTo>
                  <a:lnTo>
                    <a:pt x="1776332" y="1429496"/>
                  </a:lnTo>
                  <a:lnTo>
                    <a:pt x="1778291" y="1460149"/>
                  </a:lnTo>
                  <a:lnTo>
                    <a:pt x="1768675" y="1488203"/>
                  </a:lnTo>
                  <a:lnTo>
                    <a:pt x="1749241" y="1510609"/>
                  </a:lnTo>
                  <a:lnTo>
                    <a:pt x="1721746" y="1524316"/>
                  </a:lnTo>
                  <a:lnTo>
                    <a:pt x="1691098" y="1526289"/>
                  </a:lnTo>
                  <a:lnTo>
                    <a:pt x="1663051" y="1516684"/>
                  </a:lnTo>
                  <a:lnTo>
                    <a:pt x="1640653" y="1497258"/>
                  </a:lnTo>
                  <a:lnTo>
                    <a:pt x="1626956" y="14697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9604" y="3352722"/>
              <a:ext cx="733425" cy="667385"/>
            </a:xfrm>
            <a:custGeom>
              <a:avLst/>
              <a:gdLst/>
              <a:ahLst/>
              <a:cxnLst/>
              <a:rect l="l" t="t" r="r" b="b"/>
              <a:pathLst>
                <a:path w="733425" h="667385">
                  <a:moveTo>
                    <a:pt x="22882" y="335694"/>
                  </a:moveTo>
                  <a:lnTo>
                    <a:pt x="47557" y="319246"/>
                  </a:lnTo>
                  <a:lnTo>
                    <a:pt x="76594" y="313244"/>
                  </a:lnTo>
                  <a:lnTo>
                    <a:pt x="106746" y="319047"/>
                  </a:lnTo>
                  <a:lnTo>
                    <a:pt x="505942" y="482901"/>
                  </a:lnTo>
                  <a:lnTo>
                    <a:pt x="580683" y="62643"/>
                  </a:lnTo>
                  <a:lnTo>
                    <a:pt x="591938" y="34062"/>
                  </a:lnTo>
                  <a:lnTo>
                    <a:pt x="612560" y="12750"/>
                  </a:lnTo>
                  <a:lnTo>
                    <a:pt x="639665" y="724"/>
                  </a:lnTo>
                  <a:lnTo>
                    <a:pt x="670368" y="0"/>
                  </a:lnTo>
                  <a:lnTo>
                    <a:pt x="698940" y="11239"/>
                  </a:lnTo>
                  <a:lnTo>
                    <a:pt x="720239" y="31852"/>
                  </a:lnTo>
                  <a:lnTo>
                    <a:pt x="732250" y="58953"/>
                  </a:lnTo>
                  <a:lnTo>
                    <a:pt x="732960" y="89659"/>
                  </a:lnTo>
                  <a:lnTo>
                    <a:pt x="641422" y="604386"/>
                  </a:lnTo>
                  <a:lnTo>
                    <a:pt x="625798" y="638135"/>
                  </a:lnTo>
                  <a:lnTo>
                    <a:pt x="602810" y="659163"/>
                  </a:lnTo>
                  <a:lnTo>
                    <a:pt x="572744" y="667314"/>
                  </a:lnTo>
                  <a:lnTo>
                    <a:pt x="535888" y="662428"/>
                  </a:lnTo>
                  <a:lnTo>
                    <a:pt x="47963" y="462153"/>
                  </a:lnTo>
                  <a:lnTo>
                    <a:pt x="22429" y="445103"/>
                  </a:lnTo>
                  <a:lnTo>
                    <a:pt x="5989" y="420435"/>
                  </a:lnTo>
                  <a:lnTo>
                    <a:pt x="0" y="391397"/>
                  </a:lnTo>
                  <a:lnTo>
                    <a:pt x="5817" y="361234"/>
                  </a:lnTo>
                  <a:lnTo>
                    <a:pt x="22882" y="335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576" y="3352683"/>
              <a:ext cx="733425" cy="667385"/>
            </a:xfrm>
            <a:custGeom>
              <a:avLst/>
              <a:gdLst/>
              <a:ahLst/>
              <a:cxnLst/>
              <a:rect l="l" t="t" r="r" b="b"/>
              <a:pathLst>
                <a:path w="733425" h="667385">
                  <a:moveTo>
                    <a:pt x="732944" y="89659"/>
                  </a:moveTo>
                  <a:lnTo>
                    <a:pt x="718464" y="171088"/>
                  </a:lnTo>
                  <a:lnTo>
                    <a:pt x="687017" y="347906"/>
                  </a:lnTo>
                  <a:lnTo>
                    <a:pt x="655650" y="524277"/>
                  </a:lnTo>
                  <a:lnTo>
                    <a:pt x="641406" y="604364"/>
                  </a:lnTo>
                  <a:lnTo>
                    <a:pt x="602797" y="659147"/>
                  </a:lnTo>
                  <a:lnTo>
                    <a:pt x="572731" y="667297"/>
                  </a:lnTo>
                  <a:lnTo>
                    <a:pt x="535873" y="662408"/>
                  </a:lnTo>
                  <a:lnTo>
                    <a:pt x="512291" y="652728"/>
                  </a:lnTo>
                  <a:lnTo>
                    <a:pt x="432329" y="619906"/>
                  </a:lnTo>
                  <a:lnTo>
                    <a:pt x="282162" y="558268"/>
                  </a:lnTo>
                  <a:lnTo>
                    <a:pt x="47965" y="462141"/>
                  </a:lnTo>
                  <a:lnTo>
                    <a:pt x="22429" y="445088"/>
                  </a:lnTo>
                  <a:lnTo>
                    <a:pt x="5988" y="420420"/>
                  </a:lnTo>
                  <a:lnTo>
                    <a:pt x="0" y="391383"/>
                  </a:lnTo>
                  <a:lnTo>
                    <a:pt x="5820" y="361225"/>
                  </a:lnTo>
                  <a:lnTo>
                    <a:pt x="22884" y="335684"/>
                  </a:lnTo>
                  <a:lnTo>
                    <a:pt x="47555" y="319232"/>
                  </a:lnTo>
                  <a:lnTo>
                    <a:pt x="76588" y="313228"/>
                  </a:lnTo>
                  <a:lnTo>
                    <a:pt x="106738" y="319033"/>
                  </a:lnTo>
                  <a:lnTo>
                    <a:pt x="505923" y="482885"/>
                  </a:lnTo>
                  <a:lnTo>
                    <a:pt x="580669" y="62641"/>
                  </a:lnTo>
                  <a:lnTo>
                    <a:pt x="591924" y="34061"/>
                  </a:lnTo>
                  <a:lnTo>
                    <a:pt x="612545" y="12750"/>
                  </a:lnTo>
                  <a:lnTo>
                    <a:pt x="639649" y="724"/>
                  </a:lnTo>
                  <a:lnTo>
                    <a:pt x="670351" y="0"/>
                  </a:lnTo>
                  <a:lnTo>
                    <a:pt x="698920" y="11238"/>
                  </a:lnTo>
                  <a:lnTo>
                    <a:pt x="720218" y="31851"/>
                  </a:lnTo>
                  <a:lnTo>
                    <a:pt x="732231" y="58953"/>
                  </a:lnTo>
                  <a:lnTo>
                    <a:pt x="732944" y="896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2464" y="6085259"/>
              <a:ext cx="76200" cy="76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2464" y="6809159"/>
              <a:ext cx="76200" cy="76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2464" y="7533059"/>
              <a:ext cx="76200" cy="76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2464" y="8256959"/>
              <a:ext cx="76200" cy="761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47045" y="1747942"/>
            <a:ext cx="16025494" cy="7411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164320" algn="just">
              <a:lnSpc>
                <a:spcPct val="117800"/>
              </a:lnSpc>
              <a:spcBef>
                <a:spcPts val="100"/>
              </a:spcBef>
            </a:pPr>
            <a:r>
              <a:rPr sz="2600" dirty="0">
                <a:latin typeface="Tahoma"/>
                <a:cs typeface="Tahoma"/>
              </a:rPr>
              <a:t>The</a:t>
            </a:r>
            <a:r>
              <a:rPr sz="2600" spc="305" dirty="0">
                <a:latin typeface="Tahoma"/>
                <a:cs typeface="Tahoma"/>
              </a:rPr>
              <a:t>   </a:t>
            </a:r>
            <a:r>
              <a:rPr sz="2600" spc="50" dirty="0">
                <a:latin typeface="Tahoma"/>
                <a:cs typeface="Tahoma"/>
              </a:rPr>
              <a:t>proliferation</a:t>
            </a:r>
            <a:r>
              <a:rPr sz="2600" spc="310" dirty="0">
                <a:latin typeface="Tahoma"/>
                <a:cs typeface="Tahoma"/>
              </a:rPr>
              <a:t>   </a:t>
            </a:r>
            <a:r>
              <a:rPr sz="2600" spc="70" dirty="0">
                <a:latin typeface="Tahoma"/>
                <a:cs typeface="Tahoma"/>
              </a:rPr>
              <a:t>of</a:t>
            </a:r>
            <a:r>
              <a:rPr sz="2600" spc="310" dirty="0">
                <a:latin typeface="Tahoma"/>
                <a:cs typeface="Tahoma"/>
              </a:rPr>
              <a:t>   </a:t>
            </a:r>
            <a:r>
              <a:rPr sz="2600" dirty="0">
                <a:latin typeface="Tahoma"/>
                <a:cs typeface="Tahoma"/>
              </a:rPr>
              <a:t>fake</a:t>
            </a:r>
            <a:r>
              <a:rPr sz="2600" spc="310" dirty="0">
                <a:latin typeface="Tahoma"/>
                <a:cs typeface="Tahoma"/>
              </a:rPr>
              <a:t>   </a:t>
            </a:r>
            <a:r>
              <a:rPr sz="2600" spc="65" dirty="0">
                <a:latin typeface="Tahoma"/>
                <a:cs typeface="Tahoma"/>
              </a:rPr>
              <a:t>news</a:t>
            </a:r>
            <a:r>
              <a:rPr sz="2600" spc="310" dirty="0">
                <a:latin typeface="Tahoma"/>
                <a:cs typeface="Tahoma"/>
              </a:rPr>
              <a:t>   </a:t>
            </a:r>
            <a:r>
              <a:rPr sz="2600" spc="55" dirty="0">
                <a:latin typeface="Tahoma"/>
                <a:cs typeface="Tahoma"/>
              </a:rPr>
              <a:t>and </a:t>
            </a:r>
            <a:r>
              <a:rPr sz="2600" spc="60" dirty="0">
                <a:latin typeface="Tahoma"/>
                <a:cs typeface="Tahoma"/>
              </a:rPr>
              <a:t>misinformation</a:t>
            </a:r>
            <a:r>
              <a:rPr sz="2600" spc="190" dirty="0">
                <a:latin typeface="Tahoma"/>
                <a:cs typeface="Tahoma"/>
              </a:rPr>
              <a:t> </a:t>
            </a:r>
            <a:r>
              <a:rPr sz="2600" spc="125" dirty="0">
                <a:latin typeface="Tahoma"/>
                <a:cs typeface="Tahoma"/>
              </a:rPr>
              <a:t>poses</a:t>
            </a:r>
            <a:r>
              <a:rPr sz="2600" spc="19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</a:t>
            </a:r>
            <a:r>
              <a:rPr sz="2600" spc="190" dirty="0">
                <a:latin typeface="Tahoma"/>
                <a:cs typeface="Tahoma"/>
              </a:rPr>
              <a:t> </a:t>
            </a:r>
            <a:r>
              <a:rPr sz="2600" spc="55" dirty="0">
                <a:latin typeface="Tahoma"/>
                <a:cs typeface="Tahoma"/>
              </a:rPr>
              <a:t>significant</a:t>
            </a:r>
            <a:r>
              <a:rPr sz="2600" spc="195" dirty="0">
                <a:latin typeface="Tahoma"/>
                <a:cs typeface="Tahoma"/>
              </a:rPr>
              <a:t> </a:t>
            </a:r>
            <a:r>
              <a:rPr sz="2600" spc="65" dirty="0">
                <a:latin typeface="Tahoma"/>
                <a:cs typeface="Tahoma"/>
              </a:rPr>
              <a:t>threat</a:t>
            </a:r>
            <a:r>
              <a:rPr sz="2600" spc="190" dirty="0">
                <a:latin typeface="Tahoma"/>
                <a:cs typeface="Tahoma"/>
              </a:rPr>
              <a:t> </a:t>
            </a:r>
            <a:r>
              <a:rPr sz="2600" spc="90" dirty="0">
                <a:latin typeface="Tahoma"/>
                <a:cs typeface="Tahoma"/>
              </a:rPr>
              <a:t>to </a:t>
            </a:r>
            <a:r>
              <a:rPr sz="2600" spc="70" dirty="0">
                <a:latin typeface="Tahoma"/>
                <a:cs typeface="Tahoma"/>
              </a:rPr>
              <a:t>informed</a:t>
            </a:r>
            <a:r>
              <a:rPr sz="2600" dirty="0">
                <a:latin typeface="Tahoma"/>
                <a:cs typeface="Tahoma"/>
              </a:rPr>
              <a:t>  </a:t>
            </a:r>
            <a:r>
              <a:rPr sz="2600" spc="130" dirty="0">
                <a:latin typeface="Tahoma"/>
                <a:cs typeface="Tahoma"/>
              </a:rPr>
              <a:t>decision-</a:t>
            </a:r>
            <a:r>
              <a:rPr sz="2600" dirty="0">
                <a:latin typeface="Tahoma"/>
                <a:cs typeface="Tahoma"/>
              </a:rPr>
              <a:t>making  </a:t>
            </a:r>
            <a:r>
              <a:rPr sz="2600" spc="80" dirty="0">
                <a:latin typeface="Tahoma"/>
                <a:cs typeface="Tahoma"/>
              </a:rPr>
              <a:t>and</a:t>
            </a:r>
            <a:r>
              <a:rPr sz="2600" dirty="0">
                <a:latin typeface="Tahoma"/>
                <a:cs typeface="Tahoma"/>
              </a:rPr>
              <a:t>  </a:t>
            </a:r>
            <a:r>
              <a:rPr sz="2600" spc="95" dirty="0">
                <a:latin typeface="Tahoma"/>
                <a:cs typeface="Tahoma"/>
              </a:rPr>
              <a:t>community </a:t>
            </a:r>
            <a:r>
              <a:rPr sz="2600" dirty="0">
                <a:latin typeface="Tahoma"/>
                <a:cs typeface="Tahoma"/>
              </a:rPr>
              <a:t>trust.</a:t>
            </a:r>
            <a:r>
              <a:rPr sz="2600" spc="-55" dirty="0">
                <a:latin typeface="Tahoma"/>
                <a:cs typeface="Tahoma"/>
              </a:rPr>
              <a:t>  </a:t>
            </a:r>
            <a:r>
              <a:rPr sz="2600" spc="95" dirty="0">
                <a:latin typeface="Tahoma"/>
                <a:cs typeface="Tahoma"/>
              </a:rPr>
              <a:t>Many</a:t>
            </a:r>
            <a:r>
              <a:rPr sz="2600" spc="-50" dirty="0">
                <a:latin typeface="Tahoma"/>
                <a:cs typeface="Tahoma"/>
              </a:rPr>
              <a:t>  </a:t>
            </a:r>
            <a:r>
              <a:rPr sz="2600" spc="55" dirty="0">
                <a:latin typeface="Tahoma"/>
                <a:cs typeface="Tahoma"/>
              </a:rPr>
              <a:t>individuals</a:t>
            </a:r>
            <a:r>
              <a:rPr sz="2600" spc="-55" dirty="0">
                <a:latin typeface="Tahoma"/>
                <a:cs typeface="Tahoma"/>
              </a:rPr>
              <a:t>  </a:t>
            </a:r>
            <a:r>
              <a:rPr sz="2600" dirty="0">
                <a:latin typeface="Tahoma"/>
                <a:cs typeface="Tahoma"/>
              </a:rPr>
              <a:t>struggle</a:t>
            </a:r>
            <a:r>
              <a:rPr sz="2600" spc="-50" dirty="0">
                <a:latin typeface="Tahoma"/>
                <a:cs typeface="Tahoma"/>
              </a:rPr>
              <a:t>  </a:t>
            </a:r>
            <a:r>
              <a:rPr sz="2600" spc="114" dirty="0">
                <a:latin typeface="Tahoma"/>
                <a:cs typeface="Tahoma"/>
              </a:rPr>
              <a:t>to</a:t>
            </a:r>
            <a:r>
              <a:rPr sz="2600" spc="-55" dirty="0">
                <a:latin typeface="Tahoma"/>
                <a:cs typeface="Tahoma"/>
              </a:rPr>
              <a:t>  </a:t>
            </a:r>
            <a:r>
              <a:rPr sz="2600" spc="90" dirty="0">
                <a:latin typeface="Tahoma"/>
                <a:cs typeface="Tahoma"/>
              </a:rPr>
              <a:t>discern </a:t>
            </a:r>
            <a:r>
              <a:rPr sz="2600" spc="100" dirty="0">
                <a:latin typeface="Tahoma"/>
                <a:cs typeface="Tahoma"/>
              </a:rPr>
              <a:t>credible</a:t>
            </a:r>
            <a:r>
              <a:rPr sz="2600" spc="204" dirty="0">
                <a:latin typeface="Tahoma"/>
                <a:cs typeface="Tahoma"/>
              </a:rPr>
              <a:t> </a:t>
            </a:r>
            <a:r>
              <a:rPr sz="2600" spc="65" dirty="0">
                <a:latin typeface="Tahoma"/>
                <a:cs typeface="Tahoma"/>
              </a:rPr>
              <a:t>news</a:t>
            </a:r>
            <a:r>
              <a:rPr sz="2600" spc="204" dirty="0">
                <a:latin typeface="Tahoma"/>
                <a:cs typeface="Tahoma"/>
              </a:rPr>
              <a:t> </a:t>
            </a:r>
            <a:r>
              <a:rPr sz="2600" spc="105" dirty="0">
                <a:latin typeface="Tahoma"/>
                <a:cs typeface="Tahoma"/>
              </a:rPr>
              <a:t>sources</a:t>
            </a:r>
            <a:r>
              <a:rPr sz="2600" spc="210" dirty="0">
                <a:latin typeface="Tahoma"/>
                <a:cs typeface="Tahoma"/>
              </a:rPr>
              <a:t> </a:t>
            </a:r>
            <a:r>
              <a:rPr sz="2600" spc="65" dirty="0">
                <a:latin typeface="Tahoma"/>
                <a:cs typeface="Tahoma"/>
              </a:rPr>
              <a:t>from</a:t>
            </a:r>
            <a:r>
              <a:rPr sz="2600" spc="204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unreliable</a:t>
            </a:r>
            <a:r>
              <a:rPr sz="2600" spc="21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ones, </a:t>
            </a:r>
            <a:r>
              <a:rPr sz="2600" spc="45" dirty="0">
                <a:latin typeface="Tahoma"/>
                <a:cs typeface="Tahoma"/>
              </a:rPr>
              <a:t>leading</a:t>
            </a:r>
            <a:r>
              <a:rPr sz="2600" spc="425" dirty="0">
                <a:latin typeface="Tahoma"/>
                <a:cs typeface="Tahoma"/>
              </a:rPr>
              <a:t> </a:t>
            </a:r>
            <a:r>
              <a:rPr sz="2600" spc="114" dirty="0">
                <a:latin typeface="Tahoma"/>
                <a:cs typeface="Tahoma"/>
              </a:rPr>
              <a:t>to</a:t>
            </a:r>
            <a:r>
              <a:rPr sz="2600" spc="430" dirty="0">
                <a:latin typeface="Tahoma"/>
                <a:cs typeface="Tahoma"/>
              </a:rPr>
              <a:t> </a:t>
            </a:r>
            <a:r>
              <a:rPr sz="2600" spc="80" dirty="0">
                <a:latin typeface="Tahoma"/>
                <a:cs typeface="Tahoma"/>
              </a:rPr>
              <a:t>confusion</a:t>
            </a:r>
            <a:r>
              <a:rPr sz="2600" spc="425" dirty="0">
                <a:latin typeface="Tahoma"/>
                <a:cs typeface="Tahoma"/>
              </a:rPr>
              <a:t> </a:t>
            </a:r>
            <a:r>
              <a:rPr sz="2600" spc="80" dirty="0">
                <a:latin typeface="Tahoma"/>
                <a:cs typeface="Tahoma"/>
              </a:rPr>
              <a:t>and</a:t>
            </a:r>
            <a:r>
              <a:rPr sz="2600" spc="430" dirty="0">
                <a:latin typeface="Tahoma"/>
                <a:cs typeface="Tahoma"/>
              </a:rPr>
              <a:t> </a:t>
            </a:r>
            <a:r>
              <a:rPr sz="2600" spc="105" dirty="0">
                <a:latin typeface="Tahoma"/>
                <a:cs typeface="Tahoma"/>
              </a:rPr>
              <a:t>skepticism</a:t>
            </a:r>
            <a:r>
              <a:rPr sz="2600" spc="425" dirty="0">
                <a:latin typeface="Tahoma"/>
                <a:cs typeface="Tahoma"/>
              </a:rPr>
              <a:t> </a:t>
            </a:r>
            <a:r>
              <a:rPr sz="2600" spc="70" dirty="0">
                <a:latin typeface="Tahoma"/>
                <a:cs typeface="Tahoma"/>
              </a:rPr>
              <a:t>about </a:t>
            </a:r>
            <a:r>
              <a:rPr sz="2600" spc="80" dirty="0">
                <a:latin typeface="Tahoma"/>
                <a:cs typeface="Tahoma"/>
              </a:rPr>
              <a:t>the</a:t>
            </a:r>
            <a:r>
              <a:rPr sz="2600" spc="-10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information</a:t>
            </a:r>
            <a:r>
              <a:rPr sz="2600" spc="-105" dirty="0">
                <a:latin typeface="Tahoma"/>
                <a:cs typeface="Tahoma"/>
              </a:rPr>
              <a:t> </a:t>
            </a:r>
            <a:r>
              <a:rPr sz="2600" spc="95" dirty="0">
                <a:latin typeface="Tahoma"/>
                <a:cs typeface="Tahoma"/>
              </a:rPr>
              <a:t>they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receive.</a:t>
            </a:r>
            <a:endParaRPr sz="2600">
              <a:latin typeface="Tahoma"/>
              <a:cs typeface="Tahoma"/>
            </a:endParaRPr>
          </a:p>
          <a:p>
            <a:pPr marL="8738235">
              <a:lnSpc>
                <a:spcPct val="100000"/>
              </a:lnSpc>
              <a:spcBef>
                <a:spcPts val="735"/>
              </a:spcBef>
            </a:pPr>
            <a:r>
              <a:rPr sz="4150" b="1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ISSUES</a:t>
            </a:r>
            <a:r>
              <a:rPr sz="4150" b="1" u="heavy" spc="-1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4150" b="1" u="heavy" spc="175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  <a:latin typeface="Tahoma"/>
                <a:cs typeface="Tahoma"/>
              </a:rPr>
              <a:t>ADDRESSED</a:t>
            </a:r>
            <a:endParaRPr sz="4150">
              <a:latin typeface="Tahoma"/>
              <a:cs typeface="Tahoma"/>
            </a:endParaRPr>
          </a:p>
          <a:p>
            <a:pPr marL="9097010" marR="5080" algn="just">
              <a:lnSpc>
                <a:spcPct val="118800"/>
              </a:lnSpc>
              <a:spcBef>
                <a:spcPts val="1060"/>
              </a:spcBef>
            </a:pPr>
            <a:r>
              <a:rPr sz="2000" b="1" dirty="0">
                <a:latin typeface="Tahoma"/>
                <a:cs typeface="Tahoma"/>
              </a:rPr>
              <a:t>Lack</a:t>
            </a:r>
            <a:r>
              <a:rPr sz="2000" b="1" spc="340" dirty="0">
                <a:latin typeface="Tahoma"/>
                <a:cs typeface="Tahoma"/>
              </a:rPr>
              <a:t>  </a:t>
            </a:r>
            <a:r>
              <a:rPr sz="2000" b="1" dirty="0">
                <a:latin typeface="Tahoma"/>
                <a:cs typeface="Tahoma"/>
              </a:rPr>
              <a:t>of</a:t>
            </a:r>
            <a:r>
              <a:rPr sz="2000" b="1" spc="345" dirty="0">
                <a:latin typeface="Tahoma"/>
                <a:cs typeface="Tahoma"/>
              </a:rPr>
              <a:t>  </a:t>
            </a:r>
            <a:r>
              <a:rPr sz="2000" b="1" dirty="0">
                <a:latin typeface="Tahoma"/>
                <a:cs typeface="Tahoma"/>
              </a:rPr>
              <a:t>Reliable</a:t>
            </a:r>
            <a:r>
              <a:rPr sz="2000" b="1" spc="345" dirty="0">
                <a:latin typeface="Tahoma"/>
                <a:cs typeface="Tahoma"/>
              </a:rPr>
              <a:t>  </a:t>
            </a:r>
            <a:r>
              <a:rPr sz="2000" b="1" dirty="0">
                <a:latin typeface="Tahoma"/>
                <a:cs typeface="Tahoma"/>
              </a:rPr>
              <a:t>Sources:</a:t>
            </a:r>
            <a:r>
              <a:rPr sz="2000" b="1" spc="370" dirty="0">
                <a:latin typeface="Tahoma"/>
                <a:cs typeface="Tahoma"/>
              </a:rPr>
              <a:t>  </a:t>
            </a:r>
            <a:r>
              <a:rPr sz="2000" spc="45" dirty="0">
                <a:latin typeface="Tahoma"/>
                <a:cs typeface="Tahoma"/>
              </a:rPr>
              <a:t>Difficulty</a:t>
            </a:r>
            <a:r>
              <a:rPr sz="2000" spc="325" dirty="0">
                <a:latin typeface="Tahoma"/>
                <a:cs typeface="Tahoma"/>
              </a:rPr>
              <a:t>  </a:t>
            </a:r>
            <a:r>
              <a:rPr sz="2000" dirty="0">
                <a:latin typeface="Tahoma"/>
                <a:cs typeface="Tahoma"/>
              </a:rPr>
              <a:t>in</a:t>
            </a:r>
            <a:r>
              <a:rPr sz="2000" spc="330" dirty="0">
                <a:latin typeface="Tahoma"/>
                <a:cs typeface="Tahoma"/>
              </a:rPr>
              <a:t>  </a:t>
            </a:r>
            <a:r>
              <a:rPr sz="2000" spc="35" dirty="0">
                <a:latin typeface="Tahoma"/>
                <a:cs typeface="Tahoma"/>
              </a:rPr>
              <a:t>identifying </a:t>
            </a:r>
            <a:r>
              <a:rPr sz="2000" spc="50" dirty="0">
                <a:latin typeface="Tahoma"/>
                <a:cs typeface="Tahoma"/>
              </a:rPr>
              <a:t>trustworthy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news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outlets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and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35" dirty="0">
                <a:latin typeface="Tahoma"/>
                <a:cs typeface="Tahoma"/>
              </a:rPr>
              <a:t>content.</a:t>
            </a:r>
            <a:endParaRPr sz="2000">
              <a:latin typeface="Tahoma"/>
              <a:cs typeface="Tahoma"/>
            </a:endParaRPr>
          </a:p>
          <a:p>
            <a:pPr marL="9097010" marR="5080" algn="just">
              <a:lnSpc>
                <a:spcPts val="2850"/>
              </a:lnSpc>
              <a:spcBef>
                <a:spcPts val="170"/>
              </a:spcBef>
            </a:pPr>
            <a:r>
              <a:rPr sz="2000" b="1" dirty="0">
                <a:latin typeface="Tahoma"/>
                <a:cs typeface="Tahoma"/>
              </a:rPr>
              <a:t>Misinformation</a:t>
            </a:r>
            <a:r>
              <a:rPr sz="2000" b="1" spc="85" dirty="0">
                <a:latin typeface="Tahoma"/>
                <a:cs typeface="Tahoma"/>
              </a:rPr>
              <a:t>  </a:t>
            </a:r>
            <a:r>
              <a:rPr sz="2000" b="1" dirty="0">
                <a:latin typeface="Tahoma"/>
                <a:cs typeface="Tahoma"/>
              </a:rPr>
              <a:t>Spread:</a:t>
            </a:r>
            <a:r>
              <a:rPr sz="2000" b="1" spc="114" dirty="0">
                <a:latin typeface="Tahoma"/>
                <a:cs typeface="Tahoma"/>
              </a:rPr>
              <a:t>  </a:t>
            </a:r>
            <a:r>
              <a:rPr sz="2000" spc="50" dirty="0">
                <a:latin typeface="Tahoma"/>
                <a:cs typeface="Tahoma"/>
              </a:rPr>
              <a:t>Rapid</a:t>
            </a:r>
            <a:r>
              <a:rPr sz="2000" spc="70" dirty="0">
                <a:latin typeface="Tahoma"/>
                <a:cs typeface="Tahoma"/>
              </a:rPr>
              <a:t>  </a:t>
            </a:r>
            <a:r>
              <a:rPr sz="2000" spc="60" dirty="0">
                <a:latin typeface="Tahoma"/>
                <a:cs typeface="Tahoma"/>
              </a:rPr>
              <a:t>dissemination</a:t>
            </a:r>
            <a:r>
              <a:rPr sz="2000" spc="75" dirty="0">
                <a:latin typeface="Tahoma"/>
                <a:cs typeface="Tahoma"/>
              </a:rPr>
              <a:t>  </a:t>
            </a:r>
            <a:r>
              <a:rPr sz="2000" spc="50" dirty="0">
                <a:latin typeface="Tahoma"/>
                <a:cs typeface="Tahoma"/>
              </a:rPr>
              <a:t>of</a:t>
            </a:r>
            <a:r>
              <a:rPr sz="2000" spc="75" dirty="0">
                <a:latin typeface="Tahoma"/>
                <a:cs typeface="Tahoma"/>
              </a:rPr>
              <a:t>  </a:t>
            </a:r>
            <a:r>
              <a:rPr sz="2000" spc="-10" dirty="0">
                <a:latin typeface="Tahoma"/>
                <a:cs typeface="Tahoma"/>
              </a:rPr>
              <a:t>false </a:t>
            </a:r>
            <a:r>
              <a:rPr sz="2000" dirty="0">
                <a:latin typeface="Tahoma"/>
                <a:cs typeface="Tahoma"/>
              </a:rPr>
              <a:t>information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across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social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70" dirty="0">
                <a:latin typeface="Tahoma"/>
                <a:cs typeface="Tahoma"/>
              </a:rPr>
              <a:t>media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and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online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platforms.</a:t>
            </a:r>
            <a:endParaRPr sz="2000">
              <a:latin typeface="Tahoma"/>
              <a:cs typeface="Tahoma"/>
            </a:endParaRPr>
          </a:p>
          <a:p>
            <a:pPr marL="9097010" marR="5080" algn="just">
              <a:lnSpc>
                <a:spcPts val="2850"/>
              </a:lnSpc>
            </a:pPr>
            <a:r>
              <a:rPr sz="2000" b="1" spc="-45" dirty="0">
                <a:latin typeface="Tahoma"/>
                <a:cs typeface="Tahoma"/>
              </a:rPr>
              <a:t>Low</a:t>
            </a:r>
            <a:r>
              <a:rPr sz="2000" b="1" spc="4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Media</a:t>
            </a:r>
            <a:r>
              <a:rPr sz="2000" b="1" spc="5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Literacy:</a:t>
            </a:r>
            <a:r>
              <a:rPr sz="2000" b="1" spc="1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Insufficient</a:t>
            </a:r>
            <a:r>
              <a:rPr sz="2000" spc="6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understanding</a:t>
            </a:r>
            <a:r>
              <a:rPr sz="2000" spc="6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of</a:t>
            </a:r>
            <a:r>
              <a:rPr sz="2000" spc="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how</a:t>
            </a:r>
            <a:r>
              <a:rPr sz="2000" spc="60" dirty="0">
                <a:latin typeface="Tahoma"/>
                <a:cs typeface="Tahoma"/>
              </a:rPr>
              <a:t> to critically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evaluate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news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and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45" dirty="0">
                <a:latin typeface="Tahoma"/>
                <a:cs typeface="Tahoma"/>
              </a:rPr>
              <a:t>distinguish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fact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from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fiction.</a:t>
            </a:r>
            <a:endParaRPr sz="2000">
              <a:latin typeface="Tahoma"/>
              <a:cs typeface="Tahoma"/>
            </a:endParaRPr>
          </a:p>
          <a:p>
            <a:pPr marL="9097010" marR="5080" algn="just">
              <a:lnSpc>
                <a:spcPts val="2850"/>
              </a:lnSpc>
            </a:pPr>
            <a:r>
              <a:rPr sz="2000" b="1" dirty="0">
                <a:latin typeface="Tahoma"/>
                <a:cs typeface="Tahoma"/>
              </a:rPr>
              <a:t>Community</a:t>
            </a:r>
            <a:r>
              <a:rPr sz="2000" b="1" spc="445" dirty="0">
                <a:latin typeface="Tahoma"/>
                <a:cs typeface="Tahoma"/>
              </a:rPr>
              <a:t>  </a:t>
            </a:r>
            <a:r>
              <a:rPr sz="2000" b="1" dirty="0">
                <a:latin typeface="Tahoma"/>
                <a:cs typeface="Tahoma"/>
              </a:rPr>
              <a:t>Disengagement:</a:t>
            </a:r>
            <a:r>
              <a:rPr sz="2000" b="1" spc="470" dirty="0">
                <a:latin typeface="Tahoma"/>
                <a:cs typeface="Tahoma"/>
              </a:rPr>
              <a:t>  </a:t>
            </a:r>
            <a:r>
              <a:rPr sz="2000" spc="120" dirty="0">
                <a:latin typeface="Tahoma"/>
                <a:cs typeface="Tahoma"/>
              </a:rPr>
              <a:t>A</a:t>
            </a:r>
            <a:r>
              <a:rPr sz="2000" spc="430" dirty="0">
                <a:latin typeface="Tahoma"/>
                <a:cs typeface="Tahoma"/>
              </a:rPr>
              <a:t>  </a:t>
            </a:r>
            <a:r>
              <a:rPr sz="2000" dirty="0">
                <a:latin typeface="Tahoma"/>
                <a:cs typeface="Tahoma"/>
              </a:rPr>
              <a:t>growing</a:t>
            </a:r>
            <a:r>
              <a:rPr sz="2000" spc="434" dirty="0">
                <a:latin typeface="Tahoma"/>
                <a:cs typeface="Tahoma"/>
              </a:rPr>
              <a:t>  </a:t>
            </a:r>
            <a:r>
              <a:rPr sz="2000" spc="75" dirty="0">
                <a:latin typeface="Tahoma"/>
                <a:cs typeface="Tahoma"/>
              </a:rPr>
              <a:t>sense</a:t>
            </a:r>
            <a:r>
              <a:rPr sz="2000" spc="430" dirty="0">
                <a:latin typeface="Tahoma"/>
                <a:cs typeface="Tahoma"/>
              </a:rPr>
              <a:t>  </a:t>
            </a:r>
            <a:r>
              <a:rPr sz="2000" spc="15" dirty="0">
                <a:latin typeface="Tahoma"/>
                <a:cs typeface="Tahoma"/>
              </a:rPr>
              <a:t>of </a:t>
            </a:r>
            <a:r>
              <a:rPr sz="2000" spc="80" dirty="0">
                <a:latin typeface="Tahoma"/>
                <a:cs typeface="Tahoma"/>
              </a:rPr>
              <a:t>disconnection</a:t>
            </a:r>
            <a:r>
              <a:rPr sz="2000" spc="4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and</a:t>
            </a:r>
            <a:r>
              <a:rPr sz="2000" spc="420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distrust</a:t>
            </a:r>
            <a:r>
              <a:rPr sz="2000" spc="4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among</a:t>
            </a:r>
            <a:r>
              <a:rPr sz="2000" spc="420" dirty="0">
                <a:latin typeface="Tahoma"/>
                <a:cs typeface="Tahoma"/>
              </a:rPr>
              <a:t> </a:t>
            </a:r>
            <a:r>
              <a:rPr sz="2000" spc="80" dirty="0">
                <a:latin typeface="Tahoma"/>
                <a:cs typeface="Tahoma"/>
              </a:rPr>
              <a:t>community</a:t>
            </a:r>
            <a:r>
              <a:rPr sz="2000" spc="420" dirty="0">
                <a:latin typeface="Tahoma"/>
                <a:cs typeface="Tahoma"/>
              </a:rPr>
              <a:t> </a:t>
            </a:r>
            <a:r>
              <a:rPr sz="2000" spc="75" dirty="0">
                <a:latin typeface="Tahoma"/>
                <a:cs typeface="Tahoma"/>
              </a:rPr>
              <a:t>members </a:t>
            </a:r>
            <a:r>
              <a:rPr sz="2000" dirty="0">
                <a:latin typeface="Tahoma"/>
                <a:cs typeface="Tahoma"/>
              </a:rPr>
              <a:t>regarding</a:t>
            </a:r>
            <a:r>
              <a:rPr sz="2000" spc="3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news</a:t>
            </a:r>
            <a:r>
              <a:rPr sz="2000" spc="40" dirty="0">
                <a:latin typeface="Tahoma"/>
                <a:cs typeface="Tahoma"/>
              </a:rPr>
              <a:t> </a:t>
            </a:r>
            <a:r>
              <a:rPr sz="2000" spc="35" dirty="0">
                <a:latin typeface="Tahoma"/>
                <a:cs typeface="Tahoma"/>
              </a:rPr>
              <a:t>content.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496" y="823137"/>
            <a:ext cx="17157700" cy="9464040"/>
          </a:xfrm>
          <a:custGeom>
            <a:avLst/>
            <a:gdLst/>
            <a:ahLst/>
            <a:cxnLst/>
            <a:rect l="l" t="t" r="r" b="b"/>
            <a:pathLst>
              <a:path w="17157700" h="9464040">
                <a:moveTo>
                  <a:pt x="2879394" y="119456"/>
                </a:moveTo>
                <a:lnTo>
                  <a:pt x="134480" y="119456"/>
                </a:lnTo>
                <a:lnTo>
                  <a:pt x="134480" y="311340"/>
                </a:lnTo>
                <a:lnTo>
                  <a:pt x="134480" y="2063775"/>
                </a:lnTo>
                <a:lnTo>
                  <a:pt x="329857" y="2063775"/>
                </a:lnTo>
                <a:lnTo>
                  <a:pt x="329857" y="311340"/>
                </a:lnTo>
                <a:lnTo>
                  <a:pt x="2879394" y="311340"/>
                </a:lnTo>
                <a:lnTo>
                  <a:pt x="2879394" y="119456"/>
                </a:lnTo>
                <a:close/>
              </a:path>
              <a:path w="17157700" h="9464040">
                <a:moveTo>
                  <a:pt x="2879394" y="0"/>
                </a:moveTo>
                <a:lnTo>
                  <a:pt x="0" y="0"/>
                </a:lnTo>
                <a:lnTo>
                  <a:pt x="0" y="52108"/>
                </a:lnTo>
                <a:lnTo>
                  <a:pt x="0" y="2063775"/>
                </a:lnTo>
                <a:lnTo>
                  <a:pt x="52362" y="2063775"/>
                </a:lnTo>
                <a:lnTo>
                  <a:pt x="52362" y="52108"/>
                </a:lnTo>
                <a:lnTo>
                  <a:pt x="2879394" y="52108"/>
                </a:lnTo>
                <a:lnTo>
                  <a:pt x="2879394" y="0"/>
                </a:lnTo>
                <a:close/>
              </a:path>
              <a:path w="17157700" h="9464040">
                <a:moveTo>
                  <a:pt x="7866075" y="3297732"/>
                </a:moveTo>
                <a:lnTo>
                  <a:pt x="7670813" y="3297732"/>
                </a:lnTo>
                <a:lnTo>
                  <a:pt x="7670813" y="5050155"/>
                </a:lnTo>
                <a:lnTo>
                  <a:pt x="5121160" y="5050155"/>
                </a:lnTo>
                <a:lnTo>
                  <a:pt x="5121160" y="5242052"/>
                </a:lnTo>
                <a:lnTo>
                  <a:pt x="7866075" y="5242052"/>
                </a:lnTo>
                <a:lnTo>
                  <a:pt x="7866075" y="5050155"/>
                </a:lnTo>
                <a:lnTo>
                  <a:pt x="7866075" y="3297732"/>
                </a:lnTo>
                <a:close/>
              </a:path>
              <a:path w="17157700" h="9464040">
                <a:moveTo>
                  <a:pt x="8000555" y="3297732"/>
                </a:moveTo>
                <a:lnTo>
                  <a:pt x="7948295" y="3297732"/>
                </a:lnTo>
                <a:lnTo>
                  <a:pt x="7948295" y="5309400"/>
                </a:lnTo>
                <a:lnTo>
                  <a:pt x="5121160" y="5309400"/>
                </a:lnTo>
                <a:lnTo>
                  <a:pt x="5121160" y="5361508"/>
                </a:lnTo>
                <a:lnTo>
                  <a:pt x="8000555" y="5361508"/>
                </a:lnTo>
                <a:lnTo>
                  <a:pt x="8000555" y="5309400"/>
                </a:lnTo>
                <a:lnTo>
                  <a:pt x="8000555" y="3297732"/>
                </a:lnTo>
                <a:close/>
              </a:path>
              <a:path w="17157700" h="9464040">
                <a:moveTo>
                  <a:pt x="11591074" y="3856088"/>
                </a:moveTo>
                <a:lnTo>
                  <a:pt x="8607615" y="3856088"/>
                </a:lnTo>
                <a:lnTo>
                  <a:pt x="8607615" y="4064330"/>
                </a:lnTo>
                <a:lnTo>
                  <a:pt x="8607615" y="5966536"/>
                </a:lnTo>
                <a:lnTo>
                  <a:pt x="8819972" y="5966536"/>
                </a:lnTo>
                <a:lnTo>
                  <a:pt x="8819972" y="4064330"/>
                </a:lnTo>
                <a:lnTo>
                  <a:pt x="11591074" y="4064330"/>
                </a:lnTo>
                <a:lnTo>
                  <a:pt x="11591074" y="3856088"/>
                </a:lnTo>
                <a:close/>
              </a:path>
              <a:path w="17157700" h="9464040">
                <a:moveTo>
                  <a:pt x="11591074" y="3726561"/>
                </a:moveTo>
                <a:lnTo>
                  <a:pt x="8461451" y="3726561"/>
                </a:lnTo>
                <a:lnTo>
                  <a:pt x="8461451" y="3783698"/>
                </a:lnTo>
                <a:lnTo>
                  <a:pt x="8461451" y="5966536"/>
                </a:lnTo>
                <a:lnTo>
                  <a:pt x="8518373" y="5966536"/>
                </a:lnTo>
                <a:lnTo>
                  <a:pt x="8518373" y="3783698"/>
                </a:lnTo>
                <a:lnTo>
                  <a:pt x="11591074" y="3783698"/>
                </a:lnTo>
                <a:lnTo>
                  <a:pt x="11591074" y="3726561"/>
                </a:lnTo>
                <a:close/>
              </a:path>
              <a:path w="17157700" h="9464040">
                <a:moveTo>
                  <a:pt x="17011130" y="7304938"/>
                </a:moveTo>
                <a:lnTo>
                  <a:pt x="16798887" y="7304938"/>
                </a:lnTo>
                <a:lnTo>
                  <a:pt x="16798887" y="9207144"/>
                </a:lnTo>
                <a:lnTo>
                  <a:pt x="14027658" y="9207144"/>
                </a:lnTo>
                <a:lnTo>
                  <a:pt x="14027658" y="9415386"/>
                </a:lnTo>
                <a:lnTo>
                  <a:pt x="17011130" y="9415386"/>
                </a:lnTo>
                <a:lnTo>
                  <a:pt x="17011130" y="9207144"/>
                </a:lnTo>
                <a:lnTo>
                  <a:pt x="17011130" y="7304938"/>
                </a:lnTo>
                <a:close/>
              </a:path>
              <a:path w="17157700" h="9464040">
                <a:moveTo>
                  <a:pt x="17157294" y="7305484"/>
                </a:moveTo>
                <a:lnTo>
                  <a:pt x="17100487" y="7305484"/>
                </a:lnTo>
                <a:lnTo>
                  <a:pt x="17100487" y="9463862"/>
                </a:lnTo>
                <a:lnTo>
                  <a:pt x="17157294" y="9463862"/>
                </a:lnTo>
                <a:lnTo>
                  <a:pt x="17157294" y="7305484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3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u="heavy" spc="2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PROPOSED</a:t>
            </a:r>
            <a:r>
              <a:rPr sz="4150" u="heavy" spc="-4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150" u="heavy" spc="45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SOLUTION</a:t>
            </a:r>
            <a:endParaRPr sz="4150"/>
          </a:p>
        </p:txBody>
      </p:sp>
      <p:sp>
        <p:nvSpPr>
          <p:cNvPr id="4" name="object 4"/>
          <p:cNvSpPr txBox="1"/>
          <p:nvPr/>
        </p:nvSpPr>
        <p:spPr>
          <a:xfrm>
            <a:off x="1016000" y="3684846"/>
            <a:ext cx="7240270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100"/>
              </a:spcBef>
            </a:pPr>
            <a:r>
              <a:rPr sz="2100" spc="55" dirty="0">
                <a:latin typeface="Tahoma"/>
                <a:cs typeface="Tahoma"/>
              </a:rPr>
              <a:t>verification</a:t>
            </a:r>
            <a:r>
              <a:rPr sz="2100" spc="21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platform</a:t>
            </a:r>
            <a:r>
              <a:rPr sz="2100" spc="210" dirty="0">
                <a:latin typeface="Tahoma"/>
                <a:cs typeface="Tahoma"/>
              </a:rPr>
              <a:t>  </a:t>
            </a:r>
            <a:r>
              <a:rPr sz="2100" spc="75" dirty="0">
                <a:latin typeface="Tahoma"/>
                <a:cs typeface="Tahoma"/>
              </a:rPr>
              <a:t>designed</a:t>
            </a:r>
            <a:r>
              <a:rPr sz="2100" spc="215" dirty="0">
                <a:latin typeface="Tahoma"/>
                <a:cs typeface="Tahoma"/>
              </a:rPr>
              <a:t>  </a:t>
            </a:r>
            <a:r>
              <a:rPr sz="2100" spc="105" dirty="0">
                <a:latin typeface="Tahoma"/>
                <a:cs typeface="Tahoma"/>
              </a:rPr>
              <a:t>to</a:t>
            </a:r>
            <a:r>
              <a:rPr sz="2100" spc="210" dirty="0">
                <a:latin typeface="Tahoma"/>
                <a:cs typeface="Tahoma"/>
              </a:rPr>
              <a:t>  </a:t>
            </a:r>
            <a:r>
              <a:rPr sz="2100" spc="70" dirty="0">
                <a:latin typeface="Tahoma"/>
                <a:cs typeface="Tahoma"/>
              </a:rPr>
              <a:t>enhance</a:t>
            </a:r>
            <a:r>
              <a:rPr sz="2100" spc="215" dirty="0">
                <a:latin typeface="Tahoma"/>
                <a:cs typeface="Tahoma"/>
              </a:rPr>
              <a:t>  </a:t>
            </a:r>
            <a:r>
              <a:rPr sz="2100" spc="55" dirty="0">
                <a:latin typeface="Tahoma"/>
                <a:cs typeface="Tahoma"/>
              </a:rPr>
              <a:t>credibility </a:t>
            </a:r>
            <a:r>
              <a:rPr sz="2100" spc="90" dirty="0">
                <a:latin typeface="Tahoma"/>
                <a:cs typeface="Tahoma"/>
              </a:rPr>
              <a:t>assessment</a:t>
            </a:r>
            <a:r>
              <a:rPr sz="2100" spc="-4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and</a:t>
            </a:r>
            <a:r>
              <a:rPr sz="2100" spc="-40" dirty="0">
                <a:latin typeface="Tahoma"/>
                <a:cs typeface="Tahoma"/>
              </a:rPr>
              <a:t>  </a:t>
            </a:r>
            <a:r>
              <a:rPr sz="2100" dirty="0">
                <a:latin typeface="Tahoma"/>
                <a:cs typeface="Tahoma"/>
              </a:rPr>
              <a:t>engage</a:t>
            </a:r>
            <a:r>
              <a:rPr sz="2100" spc="-35" dirty="0">
                <a:latin typeface="Tahoma"/>
                <a:cs typeface="Tahoma"/>
              </a:rPr>
              <a:t>  </a:t>
            </a:r>
            <a:r>
              <a:rPr sz="2100" spc="70" dirty="0">
                <a:latin typeface="Tahoma"/>
                <a:cs typeface="Tahoma"/>
              </a:rPr>
              <a:t>the</a:t>
            </a:r>
            <a:r>
              <a:rPr sz="2100" spc="-40" dirty="0">
                <a:latin typeface="Tahoma"/>
                <a:cs typeface="Tahoma"/>
              </a:rPr>
              <a:t>  </a:t>
            </a:r>
            <a:r>
              <a:rPr sz="2100" spc="90" dirty="0">
                <a:latin typeface="Tahoma"/>
                <a:cs typeface="Tahoma"/>
              </a:rPr>
              <a:t>community</a:t>
            </a:r>
            <a:r>
              <a:rPr sz="2100" spc="-35" dirty="0">
                <a:latin typeface="Tahoma"/>
                <a:cs typeface="Tahoma"/>
              </a:rPr>
              <a:t>  </a:t>
            </a:r>
            <a:r>
              <a:rPr sz="2100" spc="45" dirty="0">
                <a:latin typeface="Tahoma"/>
                <a:cs typeface="Tahoma"/>
              </a:rPr>
              <a:t>effectively.</a:t>
            </a:r>
            <a:r>
              <a:rPr sz="2100" spc="-40" dirty="0">
                <a:latin typeface="Tahoma"/>
                <a:cs typeface="Tahoma"/>
              </a:rPr>
              <a:t>  </a:t>
            </a:r>
            <a:r>
              <a:rPr sz="2100" spc="-25" dirty="0">
                <a:latin typeface="Tahoma"/>
                <a:cs typeface="Tahoma"/>
              </a:rPr>
              <a:t>By </a:t>
            </a:r>
            <a:r>
              <a:rPr sz="2100" dirty="0">
                <a:latin typeface="Tahoma"/>
                <a:cs typeface="Tahoma"/>
              </a:rPr>
              <a:t>leveraging</a:t>
            </a:r>
            <a:r>
              <a:rPr sz="2100" spc="-50" dirty="0">
                <a:latin typeface="Tahoma"/>
                <a:cs typeface="Tahoma"/>
              </a:rPr>
              <a:t>  </a:t>
            </a:r>
            <a:r>
              <a:rPr sz="2100" spc="90" dirty="0">
                <a:latin typeface="Tahoma"/>
                <a:cs typeface="Tahoma"/>
              </a:rPr>
              <a:t>advanced</a:t>
            </a:r>
            <a:r>
              <a:rPr sz="2100" spc="-50" dirty="0">
                <a:latin typeface="Tahoma"/>
                <a:cs typeface="Tahoma"/>
              </a:rPr>
              <a:t>  </a:t>
            </a:r>
            <a:r>
              <a:rPr sz="2100" spc="75" dirty="0">
                <a:latin typeface="Tahoma"/>
                <a:cs typeface="Tahoma"/>
              </a:rPr>
              <a:t>technology</a:t>
            </a:r>
            <a:r>
              <a:rPr sz="2100" spc="-5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and</a:t>
            </a:r>
            <a:r>
              <a:rPr sz="2100" spc="-50" dirty="0">
                <a:latin typeface="Tahoma"/>
                <a:cs typeface="Tahoma"/>
              </a:rPr>
              <a:t>  </a:t>
            </a:r>
            <a:r>
              <a:rPr sz="2100" spc="50" dirty="0">
                <a:latin typeface="Tahoma"/>
                <a:cs typeface="Tahoma"/>
              </a:rPr>
              <a:t>user</a:t>
            </a:r>
            <a:r>
              <a:rPr sz="2100" spc="-50" dirty="0">
                <a:latin typeface="Tahoma"/>
                <a:cs typeface="Tahoma"/>
              </a:rPr>
              <a:t>  </a:t>
            </a:r>
            <a:r>
              <a:rPr sz="2100" spc="-10" dirty="0">
                <a:latin typeface="Tahoma"/>
                <a:cs typeface="Tahoma"/>
              </a:rPr>
              <a:t>participation, </a:t>
            </a:r>
            <a:r>
              <a:rPr sz="2100" spc="70" dirty="0">
                <a:latin typeface="Tahoma"/>
                <a:cs typeface="Tahoma"/>
              </a:rPr>
              <a:t>the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platform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aims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105" dirty="0">
                <a:latin typeface="Tahoma"/>
                <a:cs typeface="Tahoma"/>
              </a:rPr>
              <a:t>to</a:t>
            </a:r>
            <a:r>
              <a:rPr sz="2100" spc="25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restore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70" dirty="0">
                <a:latin typeface="Tahoma"/>
                <a:cs typeface="Tahoma"/>
              </a:rPr>
              <a:t>trust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25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local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55" dirty="0">
                <a:latin typeface="Tahoma"/>
                <a:cs typeface="Tahoma"/>
              </a:rPr>
              <a:t>news</a:t>
            </a:r>
            <a:r>
              <a:rPr sz="2100" spc="20" dirty="0">
                <a:latin typeface="Tahoma"/>
                <a:cs typeface="Tahoma"/>
              </a:rPr>
              <a:t>  </a:t>
            </a:r>
            <a:r>
              <a:rPr sz="2100" spc="-25" dirty="0">
                <a:latin typeface="Tahoma"/>
                <a:cs typeface="Tahoma"/>
              </a:rPr>
              <a:t>and </a:t>
            </a:r>
            <a:r>
              <a:rPr sz="2100" spc="90" dirty="0">
                <a:latin typeface="Tahoma"/>
                <a:cs typeface="Tahoma"/>
              </a:rPr>
              <a:t>promote</a:t>
            </a:r>
            <a:r>
              <a:rPr sz="2100" spc="-80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informed</a:t>
            </a:r>
            <a:r>
              <a:rPr sz="2100" spc="-80" dirty="0">
                <a:latin typeface="Tahoma"/>
                <a:cs typeface="Tahoma"/>
              </a:rPr>
              <a:t> </a:t>
            </a:r>
            <a:r>
              <a:rPr sz="2100" spc="114" dirty="0">
                <a:latin typeface="Tahoma"/>
                <a:cs typeface="Tahoma"/>
              </a:rPr>
              <a:t>decision-</a:t>
            </a:r>
            <a:r>
              <a:rPr sz="2100" spc="-10" dirty="0">
                <a:latin typeface="Tahoma"/>
                <a:cs typeface="Tahoma"/>
              </a:rPr>
              <a:t>making.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174" y="2231034"/>
            <a:ext cx="8362950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ZIP</a:t>
            </a:r>
            <a:r>
              <a:rPr sz="2400" b="1" u="heavy" spc="-1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u="heavy" spc="21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TALES:</a:t>
            </a:r>
            <a:r>
              <a:rPr sz="2400" b="1" u="heavy" spc="-1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u="heavy" spc="31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Local</a:t>
            </a:r>
            <a:r>
              <a:rPr sz="2400" b="1" u="heavy" spc="-18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u="heavy" spc="3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News</a:t>
            </a:r>
            <a:r>
              <a:rPr sz="2400" b="1" spc="325" dirty="0">
                <a:latin typeface="Verdana"/>
                <a:cs typeface="Verdana"/>
              </a:rPr>
              <a:t>,</a:t>
            </a:r>
            <a:r>
              <a:rPr sz="2400" b="1" u="heavy" spc="1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u="heavy" spc="38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Smartly</a:t>
            </a:r>
            <a:r>
              <a:rPr sz="2400" b="1" u="heavy" spc="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u="heavy" spc="1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Delivered</a:t>
            </a:r>
            <a:endParaRPr sz="2400">
              <a:latin typeface="Verdana"/>
              <a:cs typeface="Verdana"/>
            </a:endParaRPr>
          </a:p>
          <a:p>
            <a:pPr marL="18415" marR="1122045">
              <a:lnSpc>
                <a:spcPct val="119000"/>
              </a:lnSpc>
              <a:spcBef>
                <a:spcPts val="2565"/>
              </a:spcBef>
              <a:tabLst>
                <a:tab pos="662940" algn="l"/>
                <a:tab pos="1964055" algn="l"/>
                <a:tab pos="2709545" algn="l"/>
                <a:tab pos="4351020" algn="l"/>
                <a:tab pos="4935220" algn="l"/>
                <a:tab pos="5791835" algn="l"/>
                <a:tab pos="6768465" algn="l"/>
              </a:tabLst>
            </a:pPr>
            <a:r>
              <a:rPr sz="2100" spc="-25" dirty="0">
                <a:latin typeface="Tahoma"/>
                <a:cs typeface="Tahoma"/>
              </a:rPr>
              <a:t>To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105" dirty="0">
                <a:latin typeface="Tahoma"/>
                <a:cs typeface="Tahoma"/>
              </a:rPr>
              <a:t>combat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45" dirty="0">
                <a:latin typeface="Tahoma"/>
                <a:cs typeface="Tahoma"/>
              </a:rPr>
              <a:t>the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45" dirty="0">
                <a:latin typeface="Tahoma"/>
                <a:cs typeface="Tahoma"/>
              </a:rPr>
              <a:t>challenges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40" dirty="0">
                <a:latin typeface="Tahoma"/>
                <a:cs typeface="Tahoma"/>
              </a:rPr>
              <a:t>of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-20" dirty="0">
                <a:latin typeface="Tahoma"/>
                <a:cs typeface="Tahoma"/>
              </a:rPr>
              <a:t>fake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35" dirty="0">
                <a:latin typeface="Tahoma"/>
                <a:cs typeface="Tahoma"/>
              </a:rPr>
              <a:t>news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40" dirty="0">
                <a:latin typeface="Tahoma"/>
                <a:cs typeface="Tahoma"/>
              </a:rPr>
              <a:t>and </a:t>
            </a:r>
            <a:r>
              <a:rPr sz="2100" dirty="0">
                <a:latin typeface="Tahoma"/>
                <a:cs typeface="Tahoma"/>
              </a:rPr>
              <a:t>misinformation,</a:t>
            </a:r>
            <a:r>
              <a:rPr sz="2100" spc="120" dirty="0">
                <a:latin typeface="Tahoma"/>
                <a:cs typeface="Tahoma"/>
              </a:rPr>
              <a:t> </a:t>
            </a:r>
            <a:r>
              <a:rPr sz="2100" spc="-85" dirty="0">
                <a:latin typeface="Tahoma"/>
                <a:cs typeface="Tahoma"/>
              </a:rPr>
              <a:t>ZIP</a:t>
            </a:r>
            <a:r>
              <a:rPr sz="2100" spc="1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TALES</a:t>
            </a:r>
            <a:r>
              <a:rPr sz="2100" spc="1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125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launch</a:t>
            </a:r>
            <a:r>
              <a:rPr sz="2100" spc="1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1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AI-</a:t>
            </a:r>
            <a:r>
              <a:rPr sz="2100" spc="80" dirty="0">
                <a:latin typeface="Tahoma"/>
                <a:cs typeface="Tahoma"/>
              </a:rPr>
              <a:t>powered</a:t>
            </a:r>
            <a:r>
              <a:rPr sz="2100" spc="12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news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31804" y="5094700"/>
            <a:ext cx="25349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heavy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Key</a:t>
            </a:r>
            <a:r>
              <a:rPr sz="3000" b="1" u="heavy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000" b="1" u="heavy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Features: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3579" y="6174104"/>
            <a:ext cx="85725" cy="857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4327362" y="6316979"/>
            <a:ext cx="44450" cy="19050"/>
          </a:xfrm>
          <a:custGeom>
            <a:avLst/>
            <a:gdLst/>
            <a:ahLst/>
            <a:cxnLst/>
            <a:rect l="l" t="t" r="r" b="b"/>
            <a:pathLst>
              <a:path w="44450" h="19050">
                <a:moveTo>
                  <a:pt x="44021" y="19049"/>
                </a:moveTo>
                <a:lnTo>
                  <a:pt x="0" y="19049"/>
                </a:lnTo>
                <a:lnTo>
                  <a:pt x="0" y="0"/>
                </a:lnTo>
                <a:lnTo>
                  <a:pt x="44021" y="0"/>
                </a:lnTo>
                <a:lnTo>
                  <a:pt x="44021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3579" y="7317104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2831213" y="7459979"/>
            <a:ext cx="44450" cy="19050"/>
          </a:xfrm>
          <a:custGeom>
            <a:avLst/>
            <a:gdLst/>
            <a:ahLst/>
            <a:cxnLst/>
            <a:rect l="l" t="t" r="r" b="b"/>
            <a:pathLst>
              <a:path w="44450" h="19050">
                <a:moveTo>
                  <a:pt x="44002" y="19049"/>
                </a:moveTo>
                <a:lnTo>
                  <a:pt x="0" y="19049"/>
                </a:lnTo>
                <a:lnTo>
                  <a:pt x="0" y="0"/>
                </a:lnTo>
                <a:lnTo>
                  <a:pt x="44002" y="0"/>
                </a:lnTo>
                <a:lnTo>
                  <a:pt x="44002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3579" y="8460104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485135" y="5957570"/>
            <a:ext cx="678688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100"/>
              </a:spcBef>
            </a:pPr>
            <a:r>
              <a:rPr sz="2100" u="heavy" spc="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Real-</a:t>
            </a:r>
            <a:r>
              <a:rPr sz="21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Time</a:t>
            </a:r>
            <a:r>
              <a:rPr sz="2100" u="heavy" spc="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sz="2100" u="heavy" spc="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Credibility</a:t>
            </a:r>
            <a:r>
              <a:rPr sz="2100" u="heavy" spc="3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sz="21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Scoring</a:t>
            </a:r>
            <a:r>
              <a:rPr sz="2100" dirty="0">
                <a:latin typeface="Tahoma"/>
                <a:cs typeface="Tahoma"/>
              </a:rPr>
              <a:t>:</a:t>
            </a:r>
            <a:r>
              <a:rPr sz="2100" spc="85" dirty="0">
                <a:latin typeface="Tahoma"/>
                <a:cs typeface="Tahoma"/>
              </a:rPr>
              <a:t>  </a:t>
            </a:r>
            <a:r>
              <a:rPr sz="2100" dirty="0">
                <a:latin typeface="Tahoma"/>
                <a:cs typeface="Tahoma"/>
              </a:rPr>
              <a:t>Utilize</a:t>
            </a:r>
            <a:r>
              <a:rPr sz="2100" spc="85" dirty="0">
                <a:latin typeface="Tahoma"/>
                <a:cs typeface="Tahoma"/>
              </a:rPr>
              <a:t>  </a:t>
            </a:r>
            <a:r>
              <a:rPr sz="2100" dirty="0">
                <a:latin typeface="Tahoma"/>
                <a:cs typeface="Tahoma"/>
              </a:rPr>
              <a:t>AI</a:t>
            </a:r>
            <a:r>
              <a:rPr sz="2100" spc="85" dirty="0">
                <a:latin typeface="Tahoma"/>
                <a:cs typeface="Tahoma"/>
              </a:rPr>
              <a:t>  </a:t>
            </a:r>
            <a:r>
              <a:rPr sz="2100" spc="105" dirty="0">
                <a:latin typeface="Tahoma"/>
                <a:cs typeface="Tahoma"/>
              </a:rPr>
              <a:t>to</a:t>
            </a:r>
            <a:r>
              <a:rPr sz="2100" spc="85" dirty="0">
                <a:latin typeface="Tahoma"/>
                <a:cs typeface="Tahoma"/>
              </a:rPr>
              <a:t>  </a:t>
            </a:r>
            <a:r>
              <a:rPr sz="2100" spc="-10" dirty="0">
                <a:latin typeface="Tahoma"/>
                <a:cs typeface="Tahoma"/>
              </a:rPr>
              <a:t>analyze </a:t>
            </a:r>
            <a:r>
              <a:rPr sz="2100" spc="55" dirty="0">
                <a:latin typeface="Tahoma"/>
                <a:cs typeface="Tahoma"/>
              </a:rPr>
              <a:t>news</a:t>
            </a:r>
            <a:r>
              <a:rPr sz="2100" spc="34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articles</a:t>
            </a:r>
            <a:r>
              <a:rPr sz="2100" spc="34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and</a:t>
            </a:r>
            <a:r>
              <a:rPr sz="2100" spc="3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assign</a:t>
            </a:r>
            <a:r>
              <a:rPr sz="2100" spc="345" dirty="0">
                <a:latin typeface="Tahoma"/>
                <a:cs typeface="Tahoma"/>
              </a:rPr>
              <a:t> </a:t>
            </a:r>
            <a:r>
              <a:rPr sz="2100" spc="80" dirty="0">
                <a:latin typeface="Tahoma"/>
                <a:cs typeface="Tahoma"/>
              </a:rPr>
              <a:t>credibility</a:t>
            </a:r>
            <a:r>
              <a:rPr sz="2100" spc="345" dirty="0">
                <a:latin typeface="Tahoma"/>
                <a:cs typeface="Tahoma"/>
              </a:rPr>
              <a:t> </a:t>
            </a:r>
            <a:r>
              <a:rPr sz="2100" spc="100" dirty="0">
                <a:latin typeface="Tahoma"/>
                <a:cs typeface="Tahoma"/>
              </a:rPr>
              <a:t>scores</a:t>
            </a:r>
            <a:r>
              <a:rPr sz="2100" spc="340" dirty="0">
                <a:latin typeface="Tahoma"/>
                <a:cs typeface="Tahoma"/>
              </a:rPr>
              <a:t> </a:t>
            </a:r>
            <a:r>
              <a:rPr sz="2100" spc="105" dirty="0">
                <a:latin typeface="Tahoma"/>
                <a:cs typeface="Tahoma"/>
              </a:rPr>
              <a:t>based</a:t>
            </a:r>
            <a:r>
              <a:rPr sz="2100" spc="34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on </a:t>
            </a:r>
            <a:r>
              <a:rPr sz="2100" dirty="0">
                <a:latin typeface="Tahoma"/>
                <a:cs typeface="Tahoma"/>
              </a:rPr>
              <a:t>author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reputation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and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factual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accuracy.</a:t>
            </a:r>
            <a:endParaRPr sz="2100">
              <a:latin typeface="Tahoma"/>
              <a:cs typeface="Tahoma"/>
            </a:endParaRPr>
          </a:p>
          <a:p>
            <a:pPr marL="12700" marR="5080" algn="just">
              <a:lnSpc>
                <a:spcPct val="119000"/>
              </a:lnSpc>
            </a:pPr>
            <a:r>
              <a:rPr sz="2100" u="heavy" spc="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Community</a:t>
            </a:r>
            <a:r>
              <a:rPr sz="2100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sz="21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Voting</a:t>
            </a:r>
            <a:r>
              <a:rPr sz="2100" dirty="0">
                <a:latin typeface="Tahoma"/>
                <a:cs typeface="Tahoma"/>
              </a:rPr>
              <a:t>: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Allow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users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105" dirty="0">
                <a:latin typeface="Tahoma"/>
                <a:cs typeface="Tahoma"/>
              </a:rPr>
              <a:t>to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85" dirty="0">
                <a:latin typeface="Tahoma"/>
                <a:cs typeface="Tahoma"/>
              </a:rPr>
              <a:t>upvote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downvote </a:t>
            </a:r>
            <a:r>
              <a:rPr sz="2100" spc="55" dirty="0">
                <a:latin typeface="Tahoma"/>
                <a:cs typeface="Tahoma"/>
              </a:rPr>
              <a:t>news</a:t>
            </a:r>
            <a:r>
              <a:rPr sz="2100" dirty="0">
                <a:latin typeface="Tahoma"/>
                <a:cs typeface="Tahoma"/>
              </a:rPr>
              <a:t>  stories,</a:t>
            </a:r>
            <a:r>
              <a:rPr sz="2100" spc="5" dirty="0">
                <a:latin typeface="Tahoma"/>
                <a:cs typeface="Tahoma"/>
              </a:rPr>
              <a:t>  </a:t>
            </a:r>
            <a:r>
              <a:rPr sz="2100" spc="50" dirty="0">
                <a:latin typeface="Tahoma"/>
                <a:cs typeface="Tahoma"/>
              </a:rPr>
              <a:t>fostering</a:t>
            </a:r>
            <a:r>
              <a:rPr sz="2100" dirty="0">
                <a:latin typeface="Tahoma"/>
                <a:cs typeface="Tahoma"/>
              </a:rPr>
              <a:t>  a</a:t>
            </a:r>
            <a:r>
              <a:rPr sz="2100" spc="5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collaborative</a:t>
            </a:r>
            <a:r>
              <a:rPr sz="2100" dirty="0">
                <a:latin typeface="Tahoma"/>
                <a:cs typeface="Tahoma"/>
              </a:rPr>
              <a:t>  </a:t>
            </a:r>
            <a:r>
              <a:rPr sz="2100" spc="85" dirty="0">
                <a:latin typeface="Tahoma"/>
                <a:cs typeface="Tahoma"/>
              </a:rPr>
              <a:t>approach</a:t>
            </a:r>
            <a:r>
              <a:rPr sz="2100" spc="5" dirty="0">
                <a:latin typeface="Tahoma"/>
                <a:cs typeface="Tahoma"/>
              </a:rPr>
              <a:t>  </a:t>
            </a:r>
            <a:r>
              <a:rPr sz="2100" spc="-25" dirty="0">
                <a:latin typeface="Tahoma"/>
                <a:cs typeface="Tahoma"/>
              </a:rPr>
              <a:t>to </a:t>
            </a:r>
            <a:r>
              <a:rPr sz="2100" spc="-10" dirty="0">
                <a:latin typeface="Tahoma"/>
                <a:cs typeface="Tahoma"/>
              </a:rPr>
              <a:t>verification.</a:t>
            </a:r>
            <a:endParaRPr sz="2100">
              <a:latin typeface="Tahoma"/>
              <a:cs typeface="Tahoma"/>
            </a:endParaRPr>
          </a:p>
          <a:p>
            <a:pPr marL="12700" marR="5080" algn="just">
              <a:lnSpc>
                <a:spcPct val="119000"/>
              </a:lnSpc>
            </a:pPr>
            <a:r>
              <a:rPr sz="21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Transparency:</a:t>
            </a:r>
            <a:r>
              <a:rPr sz="2100" spc="509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Offer</a:t>
            </a:r>
            <a:r>
              <a:rPr sz="2100" spc="515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clear</a:t>
            </a:r>
            <a:r>
              <a:rPr sz="2100" spc="509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reports</a:t>
            </a:r>
            <a:r>
              <a:rPr sz="2100" spc="515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on</a:t>
            </a:r>
            <a:r>
              <a:rPr sz="2100" spc="509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how</a:t>
            </a:r>
            <a:r>
              <a:rPr sz="2100" spc="515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credibility </a:t>
            </a:r>
            <a:r>
              <a:rPr sz="2100" spc="100" dirty="0">
                <a:latin typeface="Tahoma"/>
                <a:cs typeface="Tahoma"/>
              </a:rPr>
              <a:t>scores</a:t>
            </a:r>
            <a:r>
              <a:rPr sz="2100" spc="10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110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determined,</a:t>
            </a:r>
            <a:r>
              <a:rPr sz="2100" spc="110" dirty="0">
                <a:latin typeface="Tahoma"/>
                <a:cs typeface="Tahoma"/>
              </a:rPr>
              <a:t> </a:t>
            </a:r>
            <a:r>
              <a:rPr sz="2100" spc="45" dirty="0">
                <a:latin typeface="Tahoma"/>
                <a:cs typeface="Tahoma"/>
              </a:rPr>
              <a:t>enhancing</a:t>
            </a:r>
            <a:r>
              <a:rPr sz="2100" spc="110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user</a:t>
            </a:r>
            <a:r>
              <a:rPr sz="2100" spc="105" dirty="0">
                <a:latin typeface="Tahoma"/>
                <a:cs typeface="Tahoma"/>
              </a:rPr>
              <a:t> </a:t>
            </a:r>
            <a:r>
              <a:rPr sz="2100" spc="35" dirty="0">
                <a:latin typeface="Tahoma"/>
                <a:cs typeface="Tahoma"/>
              </a:rPr>
              <a:t>understanding </a:t>
            </a:r>
            <a:r>
              <a:rPr sz="2100" spc="65" dirty="0">
                <a:latin typeface="Tahoma"/>
                <a:cs typeface="Tahoma"/>
              </a:rPr>
              <a:t>of</a:t>
            </a:r>
            <a:r>
              <a:rPr sz="2100" spc="-9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the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45" dirty="0">
                <a:latin typeface="Tahoma"/>
                <a:cs typeface="Tahoma"/>
              </a:rPr>
              <a:t>evaluation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process.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51807" y="4528315"/>
            <a:ext cx="8219440" cy="5511800"/>
          </a:xfrm>
          <a:custGeom>
            <a:avLst/>
            <a:gdLst/>
            <a:ahLst/>
            <a:cxnLst/>
            <a:rect l="l" t="t" r="r" b="b"/>
            <a:pathLst>
              <a:path w="8219440" h="5511800">
                <a:moveTo>
                  <a:pt x="7375386" y="12699"/>
                </a:moveTo>
                <a:lnTo>
                  <a:pt x="843636" y="12699"/>
                </a:lnTo>
                <a:lnTo>
                  <a:pt x="855795" y="0"/>
                </a:lnTo>
                <a:lnTo>
                  <a:pt x="7363226" y="0"/>
                </a:lnTo>
                <a:lnTo>
                  <a:pt x="7375386" y="12699"/>
                </a:lnTo>
                <a:close/>
              </a:path>
              <a:path w="8219440" h="5511800">
                <a:moveTo>
                  <a:pt x="7447769" y="25399"/>
                </a:moveTo>
                <a:lnTo>
                  <a:pt x="771259" y="25399"/>
                </a:lnTo>
                <a:lnTo>
                  <a:pt x="783244" y="12699"/>
                </a:lnTo>
                <a:lnTo>
                  <a:pt x="7435783" y="12699"/>
                </a:lnTo>
                <a:lnTo>
                  <a:pt x="7447769" y="25399"/>
                </a:lnTo>
                <a:close/>
              </a:path>
              <a:path w="8219440" h="5511800">
                <a:moveTo>
                  <a:pt x="7495350" y="38099"/>
                </a:moveTo>
                <a:lnTo>
                  <a:pt x="723682" y="38099"/>
                </a:lnTo>
                <a:lnTo>
                  <a:pt x="735517" y="25399"/>
                </a:lnTo>
                <a:lnTo>
                  <a:pt x="7483514" y="25399"/>
                </a:lnTo>
                <a:lnTo>
                  <a:pt x="7495350" y="38099"/>
                </a:lnTo>
                <a:close/>
              </a:path>
              <a:path w="8219440" h="5511800">
                <a:moveTo>
                  <a:pt x="7530601" y="50799"/>
                </a:moveTo>
                <a:lnTo>
                  <a:pt x="688434" y="50799"/>
                </a:lnTo>
                <a:lnTo>
                  <a:pt x="700137" y="38099"/>
                </a:lnTo>
                <a:lnTo>
                  <a:pt x="7518897" y="38099"/>
                </a:lnTo>
                <a:lnTo>
                  <a:pt x="7530601" y="50799"/>
                </a:lnTo>
                <a:close/>
              </a:path>
              <a:path w="8219440" h="5511800">
                <a:moveTo>
                  <a:pt x="7576929" y="63499"/>
                </a:moveTo>
                <a:lnTo>
                  <a:pt x="642110" y="63499"/>
                </a:lnTo>
                <a:lnTo>
                  <a:pt x="653613" y="50799"/>
                </a:lnTo>
                <a:lnTo>
                  <a:pt x="7565425" y="50799"/>
                </a:lnTo>
                <a:lnTo>
                  <a:pt x="7576929" y="63499"/>
                </a:lnTo>
                <a:close/>
              </a:path>
              <a:path w="8219440" h="5511800">
                <a:moveTo>
                  <a:pt x="7599775" y="76199"/>
                </a:moveTo>
                <a:lnTo>
                  <a:pt x="619266" y="76199"/>
                </a:lnTo>
                <a:lnTo>
                  <a:pt x="630661" y="63499"/>
                </a:lnTo>
                <a:lnTo>
                  <a:pt x="7588379" y="63499"/>
                </a:lnTo>
                <a:lnTo>
                  <a:pt x="7599775" y="76199"/>
                </a:lnTo>
                <a:close/>
              </a:path>
              <a:path w="8219440" h="5511800">
                <a:moveTo>
                  <a:pt x="7633604" y="88899"/>
                </a:moveTo>
                <a:lnTo>
                  <a:pt x="585440" y="88899"/>
                </a:lnTo>
                <a:lnTo>
                  <a:pt x="596654" y="76199"/>
                </a:lnTo>
                <a:lnTo>
                  <a:pt x="7622389" y="76199"/>
                </a:lnTo>
                <a:lnTo>
                  <a:pt x="7633604" y="88899"/>
                </a:lnTo>
                <a:close/>
              </a:path>
              <a:path w="8219440" h="5511800">
                <a:moveTo>
                  <a:pt x="7655847" y="101599"/>
                </a:moveTo>
                <a:lnTo>
                  <a:pt x="563199" y="101599"/>
                </a:lnTo>
                <a:lnTo>
                  <a:pt x="574287" y="88899"/>
                </a:lnTo>
                <a:lnTo>
                  <a:pt x="7644757" y="88899"/>
                </a:lnTo>
                <a:lnTo>
                  <a:pt x="7655847" y="101599"/>
                </a:lnTo>
                <a:close/>
              </a:path>
              <a:path w="8219440" h="5511800">
                <a:moveTo>
                  <a:pt x="860036" y="114299"/>
                </a:moveTo>
                <a:lnTo>
                  <a:pt x="530340" y="114299"/>
                </a:lnTo>
                <a:lnTo>
                  <a:pt x="541225" y="101599"/>
                </a:lnTo>
                <a:lnTo>
                  <a:pt x="870943" y="101599"/>
                </a:lnTo>
                <a:lnTo>
                  <a:pt x="860036" y="114299"/>
                </a:lnTo>
                <a:close/>
              </a:path>
              <a:path w="8219440" h="5511800">
                <a:moveTo>
                  <a:pt x="7688709" y="114299"/>
                </a:moveTo>
                <a:lnTo>
                  <a:pt x="7358986" y="114299"/>
                </a:lnTo>
                <a:lnTo>
                  <a:pt x="7348078" y="101599"/>
                </a:lnTo>
                <a:lnTo>
                  <a:pt x="7677823" y="101599"/>
                </a:lnTo>
                <a:lnTo>
                  <a:pt x="7688709" y="114299"/>
                </a:lnTo>
                <a:close/>
              </a:path>
              <a:path w="8219440" h="5511800">
                <a:moveTo>
                  <a:pt x="795111" y="126999"/>
                </a:moveTo>
                <a:lnTo>
                  <a:pt x="508787" y="126999"/>
                </a:lnTo>
                <a:lnTo>
                  <a:pt x="519526" y="114299"/>
                </a:lnTo>
                <a:lnTo>
                  <a:pt x="805863" y="114299"/>
                </a:lnTo>
                <a:lnTo>
                  <a:pt x="795111" y="126999"/>
                </a:lnTo>
                <a:close/>
              </a:path>
              <a:path w="8219440" h="5511800">
                <a:moveTo>
                  <a:pt x="7710265" y="126999"/>
                </a:moveTo>
                <a:lnTo>
                  <a:pt x="7423917" y="126999"/>
                </a:lnTo>
                <a:lnTo>
                  <a:pt x="7413164" y="114299"/>
                </a:lnTo>
                <a:lnTo>
                  <a:pt x="7699525" y="114299"/>
                </a:lnTo>
                <a:lnTo>
                  <a:pt x="7710265" y="126999"/>
                </a:lnTo>
                <a:close/>
              </a:path>
              <a:path w="8219440" h="5511800">
                <a:moveTo>
                  <a:pt x="741853" y="139699"/>
                </a:moveTo>
                <a:lnTo>
                  <a:pt x="487531" y="139699"/>
                </a:lnTo>
                <a:lnTo>
                  <a:pt x="498122" y="126999"/>
                </a:lnTo>
                <a:lnTo>
                  <a:pt x="752433" y="126999"/>
                </a:lnTo>
                <a:lnTo>
                  <a:pt x="741853" y="139699"/>
                </a:lnTo>
                <a:close/>
              </a:path>
              <a:path w="8219440" h="5511800">
                <a:moveTo>
                  <a:pt x="7731523" y="139699"/>
                </a:moveTo>
                <a:lnTo>
                  <a:pt x="7477180" y="139699"/>
                </a:lnTo>
                <a:lnTo>
                  <a:pt x="7466599" y="126999"/>
                </a:lnTo>
                <a:lnTo>
                  <a:pt x="7720931" y="126999"/>
                </a:lnTo>
                <a:lnTo>
                  <a:pt x="7731523" y="139699"/>
                </a:lnTo>
                <a:close/>
              </a:path>
              <a:path w="8219440" h="5511800">
                <a:moveTo>
                  <a:pt x="710358" y="152399"/>
                </a:moveTo>
                <a:lnTo>
                  <a:pt x="466585" y="152399"/>
                </a:lnTo>
                <a:lnTo>
                  <a:pt x="477018" y="139699"/>
                </a:lnTo>
                <a:lnTo>
                  <a:pt x="720814" y="139699"/>
                </a:lnTo>
                <a:lnTo>
                  <a:pt x="710358" y="152399"/>
                </a:lnTo>
                <a:close/>
              </a:path>
              <a:path w="8219440" h="5511800">
                <a:moveTo>
                  <a:pt x="7752471" y="152399"/>
                </a:moveTo>
                <a:lnTo>
                  <a:pt x="7519092" y="152399"/>
                </a:lnTo>
                <a:lnTo>
                  <a:pt x="7508678" y="139699"/>
                </a:lnTo>
                <a:lnTo>
                  <a:pt x="7742037" y="139699"/>
                </a:lnTo>
                <a:lnTo>
                  <a:pt x="7752471" y="152399"/>
                </a:lnTo>
                <a:close/>
              </a:path>
              <a:path w="8219440" h="5511800">
                <a:moveTo>
                  <a:pt x="668989" y="165099"/>
                </a:moveTo>
                <a:lnTo>
                  <a:pt x="445963" y="165099"/>
                </a:lnTo>
                <a:lnTo>
                  <a:pt x="456234" y="152399"/>
                </a:lnTo>
                <a:lnTo>
                  <a:pt x="679259" y="152399"/>
                </a:lnTo>
                <a:lnTo>
                  <a:pt x="668989" y="165099"/>
                </a:lnTo>
                <a:close/>
              </a:path>
              <a:path w="8219440" h="5511800">
                <a:moveTo>
                  <a:pt x="7773097" y="165099"/>
                </a:moveTo>
                <a:lnTo>
                  <a:pt x="7550053" y="165099"/>
                </a:lnTo>
                <a:lnTo>
                  <a:pt x="7539781" y="152399"/>
                </a:lnTo>
                <a:lnTo>
                  <a:pt x="7762824" y="152399"/>
                </a:lnTo>
                <a:lnTo>
                  <a:pt x="7773097" y="165099"/>
                </a:lnTo>
                <a:close/>
              </a:path>
              <a:path w="8219440" h="5511800">
                <a:moveTo>
                  <a:pt x="638484" y="177799"/>
                </a:moveTo>
                <a:lnTo>
                  <a:pt x="425675" y="177799"/>
                </a:lnTo>
                <a:lnTo>
                  <a:pt x="435775" y="165099"/>
                </a:lnTo>
                <a:lnTo>
                  <a:pt x="648598" y="165099"/>
                </a:lnTo>
                <a:lnTo>
                  <a:pt x="638484" y="177799"/>
                </a:lnTo>
                <a:close/>
              </a:path>
              <a:path w="8219440" h="5511800">
                <a:moveTo>
                  <a:pt x="7793386" y="177799"/>
                </a:moveTo>
                <a:lnTo>
                  <a:pt x="7580561" y="177799"/>
                </a:lnTo>
                <a:lnTo>
                  <a:pt x="7570445" y="165099"/>
                </a:lnTo>
                <a:lnTo>
                  <a:pt x="7783285" y="165099"/>
                </a:lnTo>
                <a:lnTo>
                  <a:pt x="7793386" y="177799"/>
                </a:lnTo>
                <a:close/>
              </a:path>
              <a:path w="8219440" h="5511800">
                <a:moveTo>
                  <a:pt x="588762" y="203199"/>
                </a:moveTo>
                <a:lnTo>
                  <a:pt x="395898" y="203199"/>
                </a:lnTo>
                <a:lnTo>
                  <a:pt x="405735" y="190499"/>
                </a:lnTo>
                <a:lnTo>
                  <a:pt x="415661" y="177799"/>
                </a:lnTo>
                <a:lnTo>
                  <a:pt x="618420" y="177799"/>
                </a:lnTo>
                <a:lnTo>
                  <a:pt x="608473" y="190499"/>
                </a:lnTo>
                <a:lnTo>
                  <a:pt x="598587" y="190499"/>
                </a:lnTo>
                <a:lnTo>
                  <a:pt x="588762" y="203199"/>
                </a:lnTo>
                <a:close/>
              </a:path>
              <a:path w="8219440" h="5511800">
                <a:moveTo>
                  <a:pt x="7823167" y="203199"/>
                </a:moveTo>
                <a:lnTo>
                  <a:pt x="7630288" y="203199"/>
                </a:lnTo>
                <a:lnTo>
                  <a:pt x="7620461" y="190499"/>
                </a:lnTo>
                <a:lnTo>
                  <a:pt x="7610575" y="190499"/>
                </a:lnTo>
                <a:lnTo>
                  <a:pt x="7600627" y="177799"/>
                </a:lnTo>
                <a:lnTo>
                  <a:pt x="7803401" y="177799"/>
                </a:lnTo>
                <a:lnTo>
                  <a:pt x="7813329" y="190499"/>
                </a:lnTo>
                <a:lnTo>
                  <a:pt x="7823167" y="203199"/>
                </a:lnTo>
                <a:close/>
              </a:path>
              <a:path w="8219440" h="5511800">
                <a:moveTo>
                  <a:pt x="559663" y="215899"/>
                </a:moveTo>
                <a:lnTo>
                  <a:pt x="376502" y="215899"/>
                </a:lnTo>
                <a:lnTo>
                  <a:pt x="386154" y="203199"/>
                </a:lnTo>
                <a:lnTo>
                  <a:pt x="569297" y="203199"/>
                </a:lnTo>
                <a:lnTo>
                  <a:pt x="559663" y="215899"/>
                </a:lnTo>
                <a:close/>
              </a:path>
              <a:path w="8219440" h="5511800">
                <a:moveTo>
                  <a:pt x="7842564" y="215899"/>
                </a:moveTo>
                <a:lnTo>
                  <a:pt x="7659390" y="215899"/>
                </a:lnTo>
                <a:lnTo>
                  <a:pt x="7649755" y="203199"/>
                </a:lnTo>
                <a:lnTo>
                  <a:pt x="7832912" y="203199"/>
                </a:lnTo>
                <a:lnTo>
                  <a:pt x="7842564" y="215899"/>
                </a:lnTo>
                <a:close/>
              </a:path>
              <a:path w="8219440" h="5511800">
                <a:moveTo>
                  <a:pt x="521807" y="241299"/>
                </a:moveTo>
                <a:lnTo>
                  <a:pt x="348116" y="241299"/>
                </a:lnTo>
                <a:lnTo>
                  <a:pt x="357481" y="228599"/>
                </a:lnTo>
                <a:lnTo>
                  <a:pt x="366944" y="215899"/>
                </a:lnTo>
                <a:lnTo>
                  <a:pt x="550096" y="215899"/>
                </a:lnTo>
                <a:lnTo>
                  <a:pt x="540596" y="228599"/>
                </a:lnTo>
                <a:lnTo>
                  <a:pt x="531165" y="228599"/>
                </a:lnTo>
                <a:lnTo>
                  <a:pt x="521807" y="241299"/>
                </a:lnTo>
                <a:close/>
              </a:path>
              <a:path w="8219440" h="5511800">
                <a:moveTo>
                  <a:pt x="7870953" y="241299"/>
                </a:moveTo>
                <a:lnTo>
                  <a:pt x="7697251" y="241299"/>
                </a:lnTo>
                <a:lnTo>
                  <a:pt x="7687891" y="228599"/>
                </a:lnTo>
                <a:lnTo>
                  <a:pt x="7678459" y="228599"/>
                </a:lnTo>
                <a:lnTo>
                  <a:pt x="7668958" y="215899"/>
                </a:lnTo>
                <a:lnTo>
                  <a:pt x="7852124" y="215899"/>
                </a:lnTo>
                <a:lnTo>
                  <a:pt x="7861588" y="228599"/>
                </a:lnTo>
                <a:lnTo>
                  <a:pt x="7870953" y="241299"/>
                </a:lnTo>
                <a:close/>
              </a:path>
              <a:path w="8219440" h="5511800">
                <a:moveTo>
                  <a:pt x="485109" y="266699"/>
                </a:moveTo>
                <a:lnTo>
                  <a:pt x="320617" y="266699"/>
                </a:lnTo>
                <a:lnTo>
                  <a:pt x="329683" y="253999"/>
                </a:lnTo>
                <a:lnTo>
                  <a:pt x="338851" y="241299"/>
                </a:lnTo>
                <a:lnTo>
                  <a:pt x="512521" y="241299"/>
                </a:lnTo>
                <a:lnTo>
                  <a:pt x="503307" y="253999"/>
                </a:lnTo>
                <a:lnTo>
                  <a:pt x="494169" y="253999"/>
                </a:lnTo>
                <a:lnTo>
                  <a:pt x="485109" y="266699"/>
                </a:lnTo>
                <a:close/>
              </a:path>
              <a:path w="8219440" h="5511800">
                <a:moveTo>
                  <a:pt x="7898456" y="266699"/>
                </a:moveTo>
                <a:lnTo>
                  <a:pt x="7733954" y="266699"/>
                </a:lnTo>
                <a:lnTo>
                  <a:pt x="7724892" y="253999"/>
                </a:lnTo>
                <a:lnTo>
                  <a:pt x="7715753" y="253999"/>
                </a:lnTo>
                <a:lnTo>
                  <a:pt x="7706538" y="241299"/>
                </a:lnTo>
                <a:lnTo>
                  <a:pt x="7880220" y="241299"/>
                </a:lnTo>
                <a:lnTo>
                  <a:pt x="7889388" y="253999"/>
                </a:lnTo>
                <a:lnTo>
                  <a:pt x="7898456" y="266699"/>
                </a:lnTo>
                <a:close/>
              </a:path>
              <a:path w="8219440" h="5511800">
                <a:moveTo>
                  <a:pt x="449657" y="292099"/>
                </a:moveTo>
                <a:lnTo>
                  <a:pt x="294042" y="292099"/>
                </a:lnTo>
                <a:lnTo>
                  <a:pt x="302797" y="279399"/>
                </a:lnTo>
                <a:lnTo>
                  <a:pt x="311655" y="266699"/>
                </a:lnTo>
                <a:lnTo>
                  <a:pt x="476126" y="266699"/>
                </a:lnTo>
                <a:lnTo>
                  <a:pt x="467221" y="279399"/>
                </a:lnTo>
                <a:lnTo>
                  <a:pt x="458397" y="279399"/>
                </a:lnTo>
                <a:lnTo>
                  <a:pt x="449657" y="292099"/>
                </a:lnTo>
                <a:close/>
              </a:path>
              <a:path w="8219440" h="5511800">
                <a:moveTo>
                  <a:pt x="7925034" y="292099"/>
                </a:moveTo>
                <a:lnTo>
                  <a:pt x="7769410" y="292099"/>
                </a:lnTo>
                <a:lnTo>
                  <a:pt x="7760668" y="279399"/>
                </a:lnTo>
                <a:lnTo>
                  <a:pt x="7751843" y="279399"/>
                </a:lnTo>
                <a:lnTo>
                  <a:pt x="7742937" y="266699"/>
                </a:lnTo>
                <a:lnTo>
                  <a:pt x="7907419" y="266699"/>
                </a:lnTo>
                <a:lnTo>
                  <a:pt x="7916279" y="279399"/>
                </a:lnTo>
                <a:lnTo>
                  <a:pt x="7925034" y="292099"/>
                </a:lnTo>
                <a:close/>
              </a:path>
              <a:path w="8219440" h="5511800">
                <a:moveTo>
                  <a:pt x="415536" y="317499"/>
                </a:moveTo>
                <a:lnTo>
                  <a:pt x="268427" y="317499"/>
                </a:lnTo>
                <a:lnTo>
                  <a:pt x="276856" y="304799"/>
                </a:lnTo>
                <a:lnTo>
                  <a:pt x="285395" y="292099"/>
                </a:lnTo>
                <a:lnTo>
                  <a:pt x="440999" y="292099"/>
                </a:lnTo>
                <a:lnTo>
                  <a:pt x="432425" y="304799"/>
                </a:lnTo>
                <a:lnTo>
                  <a:pt x="423936" y="304799"/>
                </a:lnTo>
                <a:lnTo>
                  <a:pt x="415536" y="317499"/>
                </a:lnTo>
                <a:close/>
              </a:path>
              <a:path w="8219440" h="5511800">
                <a:moveTo>
                  <a:pt x="7950652" y="317499"/>
                </a:moveTo>
                <a:lnTo>
                  <a:pt x="7803535" y="317499"/>
                </a:lnTo>
                <a:lnTo>
                  <a:pt x="7795134" y="304799"/>
                </a:lnTo>
                <a:lnTo>
                  <a:pt x="7786645" y="304799"/>
                </a:lnTo>
                <a:lnTo>
                  <a:pt x="7778069" y="292099"/>
                </a:lnTo>
                <a:lnTo>
                  <a:pt x="7933683" y="292099"/>
                </a:lnTo>
                <a:lnTo>
                  <a:pt x="7942222" y="304799"/>
                </a:lnTo>
                <a:lnTo>
                  <a:pt x="7950652" y="317499"/>
                </a:lnTo>
                <a:close/>
              </a:path>
              <a:path w="8219440" h="5511800">
                <a:moveTo>
                  <a:pt x="374883" y="355599"/>
                </a:moveTo>
                <a:lnTo>
                  <a:pt x="235824" y="355599"/>
                </a:lnTo>
                <a:lnTo>
                  <a:pt x="243804" y="342899"/>
                </a:lnTo>
                <a:lnTo>
                  <a:pt x="251898" y="330199"/>
                </a:lnTo>
                <a:lnTo>
                  <a:pt x="260107" y="317499"/>
                </a:lnTo>
                <a:lnTo>
                  <a:pt x="407224" y="317499"/>
                </a:lnTo>
                <a:lnTo>
                  <a:pt x="399001" y="330199"/>
                </a:lnTo>
                <a:lnTo>
                  <a:pt x="390868" y="342899"/>
                </a:lnTo>
                <a:lnTo>
                  <a:pt x="382829" y="342899"/>
                </a:lnTo>
                <a:lnTo>
                  <a:pt x="374883" y="355599"/>
                </a:lnTo>
                <a:close/>
              </a:path>
              <a:path w="8219440" h="5511800">
                <a:moveTo>
                  <a:pt x="7983259" y="355599"/>
                </a:moveTo>
                <a:lnTo>
                  <a:pt x="7844193" y="355599"/>
                </a:lnTo>
                <a:lnTo>
                  <a:pt x="7836246" y="342899"/>
                </a:lnTo>
                <a:lnTo>
                  <a:pt x="7828206" y="342899"/>
                </a:lnTo>
                <a:lnTo>
                  <a:pt x="7820073" y="330199"/>
                </a:lnTo>
                <a:lnTo>
                  <a:pt x="7811848" y="317499"/>
                </a:lnTo>
                <a:lnTo>
                  <a:pt x="7958973" y="317499"/>
                </a:lnTo>
                <a:lnTo>
                  <a:pt x="7967182" y="330199"/>
                </a:lnTo>
                <a:lnTo>
                  <a:pt x="7975278" y="342899"/>
                </a:lnTo>
                <a:lnTo>
                  <a:pt x="7983259" y="355599"/>
                </a:lnTo>
                <a:close/>
              </a:path>
              <a:path w="8219440" h="5511800">
                <a:moveTo>
                  <a:pt x="156063" y="4813299"/>
                </a:moveTo>
                <a:lnTo>
                  <a:pt x="47006" y="4813299"/>
                </a:lnTo>
                <a:lnTo>
                  <a:pt x="43353" y="4800599"/>
                </a:lnTo>
                <a:lnTo>
                  <a:pt x="33264" y="4762499"/>
                </a:lnTo>
                <a:lnTo>
                  <a:pt x="24487" y="4724399"/>
                </a:lnTo>
                <a:lnTo>
                  <a:pt x="17033" y="4686299"/>
                </a:lnTo>
                <a:lnTo>
                  <a:pt x="10914" y="4648199"/>
                </a:lnTo>
                <a:lnTo>
                  <a:pt x="6136" y="4610099"/>
                </a:lnTo>
                <a:lnTo>
                  <a:pt x="3699" y="4584699"/>
                </a:lnTo>
                <a:lnTo>
                  <a:pt x="2706" y="4584699"/>
                </a:lnTo>
                <a:lnTo>
                  <a:pt x="630" y="4546599"/>
                </a:lnTo>
                <a:lnTo>
                  <a:pt x="0" y="4521199"/>
                </a:lnTo>
                <a:lnTo>
                  <a:pt x="1" y="990599"/>
                </a:lnTo>
                <a:lnTo>
                  <a:pt x="1177" y="952499"/>
                </a:lnTo>
                <a:lnTo>
                  <a:pt x="3708" y="914399"/>
                </a:lnTo>
                <a:lnTo>
                  <a:pt x="7590" y="876299"/>
                </a:lnTo>
                <a:lnTo>
                  <a:pt x="12819" y="838199"/>
                </a:lnTo>
                <a:lnTo>
                  <a:pt x="19387" y="800099"/>
                </a:lnTo>
                <a:lnTo>
                  <a:pt x="27285" y="761999"/>
                </a:lnTo>
                <a:lnTo>
                  <a:pt x="36504" y="723899"/>
                </a:lnTo>
                <a:lnTo>
                  <a:pt x="39867" y="711199"/>
                </a:lnTo>
                <a:lnTo>
                  <a:pt x="43376" y="711199"/>
                </a:lnTo>
                <a:lnTo>
                  <a:pt x="47030" y="698499"/>
                </a:lnTo>
                <a:lnTo>
                  <a:pt x="58848" y="660399"/>
                </a:lnTo>
                <a:lnTo>
                  <a:pt x="71943" y="622299"/>
                </a:lnTo>
                <a:lnTo>
                  <a:pt x="86298" y="584199"/>
                </a:lnTo>
                <a:lnTo>
                  <a:pt x="91359" y="584199"/>
                </a:lnTo>
                <a:lnTo>
                  <a:pt x="96558" y="571499"/>
                </a:lnTo>
                <a:lnTo>
                  <a:pt x="112968" y="533399"/>
                </a:lnTo>
                <a:lnTo>
                  <a:pt x="124579" y="507999"/>
                </a:lnTo>
                <a:lnTo>
                  <a:pt x="130582" y="507999"/>
                </a:lnTo>
                <a:lnTo>
                  <a:pt x="136717" y="495299"/>
                </a:lnTo>
                <a:lnTo>
                  <a:pt x="142982" y="482599"/>
                </a:lnTo>
                <a:lnTo>
                  <a:pt x="149377" y="469899"/>
                </a:lnTo>
                <a:lnTo>
                  <a:pt x="155899" y="457199"/>
                </a:lnTo>
                <a:lnTo>
                  <a:pt x="162548" y="444499"/>
                </a:lnTo>
                <a:lnTo>
                  <a:pt x="169325" y="444499"/>
                </a:lnTo>
                <a:lnTo>
                  <a:pt x="176227" y="431799"/>
                </a:lnTo>
                <a:lnTo>
                  <a:pt x="183253" y="419099"/>
                </a:lnTo>
                <a:lnTo>
                  <a:pt x="190401" y="406399"/>
                </a:lnTo>
                <a:lnTo>
                  <a:pt x="197673" y="393699"/>
                </a:lnTo>
                <a:lnTo>
                  <a:pt x="205066" y="393699"/>
                </a:lnTo>
                <a:lnTo>
                  <a:pt x="212578" y="380999"/>
                </a:lnTo>
                <a:lnTo>
                  <a:pt x="220208" y="368299"/>
                </a:lnTo>
                <a:lnTo>
                  <a:pt x="227958" y="355599"/>
                </a:lnTo>
                <a:lnTo>
                  <a:pt x="367030" y="355599"/>
                </a:lnTo>
                <a:lnTo>
                  <a:pt x="359273" y="368299"/>
                </a:lnTo>
                <a:lnTo>
                  <a:pt x="351614" y="380999"/>
                </a:lnTo>
                <a:lnTo>
                  <a:pt x="344052" y="380999"/>
                </a:lnTo>
                <a:lnTo>
                  <a:pt x="336589" y="393699"/>
                </a:lnTo>
                <a:lnTo>
                  <a:pt x="329226" y="406399"/>
                </a:lnTo>
                <a:lnTo>
                  <a:pt x="321965" y="406399"/>
                </a:lnTo>
                <a:lnTo>
                  <a:pt x="314807" y="419099"/>
                </a:lnTo>
                <a:lnTo>
                  <a:pt x="307751" y="431799"/>
                </a:lnTo>
                <a:lnTo>
                  <a:pt x="300800" y="431799"/>
                </a:lnTo>
                <a:lnTo>
                  <a:pt x="293955" y="444499"/>
                </a:lnTo>
                <a:lnTo>
                  <a:pt x="287217" y="457199"/>
                </a:lnTo>
                <a:lnTo>
                  <a:pt x="280585" y="457199"/>
                </a:lnTo>
                <a:lnTo>
                  <a:pt x="274062" y="469899"/>
                </a:lnTo>
                <a:lnTo>
                  <a:pt x="267650" y="482599"/>
                </a:lnTo>
                <a:lnTo>
                  <a:pt x="261348" y="482599"/>
                </a:lnTo>
                <a:lnTo>
                  <a:pt x="255157" y="495299"/>
                </a:lnTo>
                <a:lnTo>
                  <a:pt x="249078" y="507999"/>
                </a:lnTo>
                <a:lnTo>
                  <a:pt x="243114" y="520699"/>
                </a:lnTo>
                <a:lnTo>
                  <a:pt x="237264" y="520699"/>
                </a:lnTo>
                <a:lnTo>
                  <a:pt x="231528" y="533399"/>
                </a:lnTo>
                <a:lnTo>
                  <a:pt x="225908" y="546099"/>
                </a:lnTo>
                <a:lnTo>
                  <a:pt x="220405" y="558799"/>
                </a:lnTo>
                <a:lnTo>
                  <a:pt x="215021" y="558799"/>
                </a:lnTo>
                <a:lnTo>
                  <a:pt x="209754" y="571499"/>
                </a:lnTo>
                <a:lnTo>
                  <a:pt x="204606" y="584199"/>
                </a:lnTo>
                <a:lnTo>
                  <a:pt x="199579" y="596899"/>
                </a:lnTo>
                <a:lnTo>
                  <a:pt x="194673" y="596899"/>
                </a:lnTo>
                <a:lnTo>
                  <a:pt x="189887" y="609599"/>
                </a:lnTo>
                <a:lnTo>
                  <a:pt x="185224" y="622299"/>
                </a:lnTo>
                <a:lnTo>
                  <a:pt x="180684" y="634999"/>
                </a:lnTo>
                <a:lnTo>
                  <a:pt x="176268" y="647699"/>
                </a:lnTo>
                <a:lnTo>
                  <a:pt x="171976" y="647699"/>
                </a:lnTo>
                <a:lnTo>
                  <a:pt x="167809" y="660399"/>
                </a:lnTo>
                <a:lnTo>
                  <a:pt x="163767" y="673099"/>
                </a:lnTo>
                <a:lnTo>
                  <a:pt x="159852" y="685799"/>
                </a:lnTo>
                <a:lnTo>
                  <a:pt x="156063" y="698499"/>
                </a:lnTo>
                <a:lnTo>
                  <a:pt x="152402" y="698499"/>
                </a:lnTo>
                <a:lnTo>
                  <a:pt x="142187" y="736599"/>
                </a:lnTo>
                <a:lnTo>
                  <a:pt x="136024" y="761999"/>
                </a:lnTo>
                <a:lnTo>
                  <a:pt x="133137" y="761999"/>
                </a:lnTo>
                <a:lnTo>
                  <a:pt x="125264" y="800099"/>
                </a:lnTo>
                <a:lnTo>
                  <a:pt x="118577" y="838199"/>
                </a:lnTo>
                <a:lnTo>
                  <a:pt x="116614" y="838199"/>
                </a:lnTo>
                <a:lnTo>
                  <a:pt x="111525" y="876299"/>
                </a:lnTo>
                <a:lnTo>
                  <a:pt x="107641" y="914399"/>
                </a:lnTo>
                <a:lnTo>
                  <a:pt x="106616" y="914399"/>
                </a:lnTo>
                <a:lnTo>
                  <a:pt x="104348" y="952499"/>
                </a:lnTo>
                <a:lnTo>
                  <a:pt x="103296" y="990599"/>
                </a:lnTo>
                <a:lnTo>
                  <a:pt x="103296" y="4521199"/>
                </a:lnTo>
                <a:lnTo>
                  <a:pt x="103511" y="4521199"/>
                </a:lnTo>
                <a:lnTo>
                  <a:pt x="103862" y="4533899"/>
                </a:lnTo>
                <a:lnTo>
                  <a:pt x="105725" y="4571999"/>
                </a:lnTo>
                <a:lnTo>
                  <a:pt x="108802" y="4610099"/>
                </a:lnTo>
                <a:lnTo>
                  <a:pt x="110096" y="4610099"/>
                </a:lnTo>
                <a:lnTo>
                  <a:pt x="111525" y="4622799"/>
                </a:lnTo>
                <a:lnTo>
                  <a:pt x="116614" y="4660899"/>
                </a:lnTo>
                <a:lnTo>
                  <a:pt x="120674" y="4686299"/>
                </a:lnTo>
                <a:lnTo>
                  <a:pt x="122903" y="4686299"/>
                </a:lnTo>
                <a:lnTo>
                  <a:pt x="125264" y="4698999"/>
                </a:lnTo>
                <a:lnTo>
                  <a:pt x="127756" y="4711699"/>
                </a:lnTo>
                <a:lnTo>
                  <a:pt x="130381" y="4724399"/>
                </a:lnTo>
                <a:lnTo>
                  <a:pt x="133137" y="4737099"/>
                </a:lnTo>
                <a:lnTo>
                  <a:pt x="136024" y="4749799"/>
                </a:lnTo>
                <a:lnTo>
                  <a:pt x="139040" y="4749799"/>
                </a:lnTo>
                <a:lnTo>
                  <a:pt x="142187" y="4762499"/>
                </a:lnTo>
                <a:lnTo>
                  <a:pt x="145464" y="4775199"/>
                </a:lnTo>
                <a:lnTo>
                  <a:pt x="148869" y="4787899"/>
                </a:lnTo>
                <a:lnTo>
                  <a:pt x="152402" y="4800599"/>
                </a:lnTo>
                <a:lnTo>
                  <a:pt x="156063" y="4813299"/>
                </a:lnTo>
                <a:close/>
              </a:path>
              <a:path w="8219440" h="5511800">
                <a:moveTo>
                  <a:pt x="8172101" y="4813299"/>
                </a:moveTo>
                <a:lnTo>
                  <a:pt x="8063042" y="4813299"/>
                </a:lnTo>
                <a:lnTo>
                  <a:pt x="8066704" y="4800599"/>
                </a:lnTo>
                <a:lnTo>
                  <a:pt x="8070238" y="4787899"/>
                </a:lnTo>
                <a:lnTo>
                  <a:pt x="8073644" y="4775199"/>
                </a:lnTo>
                <a:lnTo>
                  <a:pt x="8076921" y="4762499"/>
                </a:lnTo>
                <a:lnTo>
                  <a:pt x="8080068" y="4749799"/>
                </a:lnTo>
                <a:lnTo>
                  <a:pt x="8083085" y="4749799"/>
                </a:lnTo>
                <a:lnTo>
                  <a:pt x="8091353" y="4711699"/>
                </a:lnTo>
                <a:lnTo>
                  <a:pt x="8096208" y="4686299"/>
                </a:lnTo>
                <a:lnTo>
                  <a:pt x="8098437" y="4686299"/>
                </a:lnTo>
                <a:lnTo>
                  <a:pt x="8104327" y="4648199"/>
                </a:lnTo>
                <a:lnTo>
                  <a:pt x="8109015" y="4610099"/>
                </a:lnTo>
                <a:lnTo>
                  <a:pt x="8110310" y="4610099"/>
                </a:lnTo>
                <a:lnTo>
                  <a:pt x="8113387" y="4571999"/>
                </a:lnTo>
                <a:lnTo>
                  <a:pt x="8115250" y="4533899"/>
                </a:lnTo>
                <a:lnTo>
                  <a:pt x="8115601" y="4521199"/>
                </a:lnTo>
                <a:lnTo>
                  <a:pt x="8115817" y="4521199"/>
                </a:lnTo>
                <a:lnTo>
                  <a:pt x="8115817" y="990599"/>
                </a:lnTo>
                <a:lnTo>
                  <a:pt x="8114764" y="952499"/>
                </a:lnTo>
                <a:lnTo>
                  <a:pt x="8112496" y="914399"/>
                </a:lnTo>
                <a:lnTo>
                  <a:pt x="8111471" y="914399"/>
                </a:lnTo>
                <a:lnTo>
                  <a:pt x="8110310" y="901699"/>
                </a:lnTo>
                <a:lnTo>
                  <a:pt x="8106024" y="863599"/>
                </a:lnTo>
                <a:lnTo>
                  <a:pt x="8102497" y="838199"/>
                </a:lnTo>
                <a:lnTo>
                  <a:pt x="8100534" y="838199"/>
                </a:lnTo>
                <a:lnTo>
                  <a:pt x="8098437" y="825499"/>
                </a:lnTo>
                <a:lnTo>
                  <a:pt x="8091353" y="787399"/>
                </a:lnTo>
                <a:lnTo>
                  <a:pt x="8085971" y="761999"/>
                </a:lnTo>
                <a:lnTo>
                  <a:pt x="8083085" y="761999"/>
                </a:lnTo>
                <a:lnTo>
                  <a:pt x="8080068" y="749299"/>
                </a:lnTo>
                <a:lnTo>
                  <a:pt x="8076921" y="736599"/>
                </a:lnTo>
                <a:lnTo>
                  <a:pt x="8073644" y="723899"/>
                </a:lnTo>
                <a:lnTo>
                  <a:pt x="8070238" y="711199"/>
                </a:lnTo>
                <a:lnTo>
                  <a:pt x="8066704" y="698499"/>
                </a:lnTo>
                <a:lnTo>
                  <a:pt x="8063042" y="698499"/>
                </a:lnTo>
                <a:lnTo>
                  <a:pt x="8059252" y="685799"/>
                </a:lnTo>
                <a:lnTo>
                  <a:pt x="8055337" y="673099"/>
                </a:lnTo>
                <a:lnTo>
                  <a:pt x="8051295" y="660399"/>
                </a:lnTo>
                <a:lnTo>
                  <a:pt x="8047127" y="647699"/>
                </a:lnTo>
                <a:lnTo>
                  <a:pt x="8042834" y="647699"/>
                </a:lnTo>
                <a:lnTo>
                  <a:pt x="8038418" y="634999"/>
                </a:lnTo>
                <a:lnTo>
                  <a:pt x="8033877" y="622299"/>
                </a:lnTo>
                <a:lnTo>
                  <a:pt x="8029213" y="609599"/>
                </a:lnTo>
                <a:lnTo>
                  <a:pt x="8024427" y="596899"/>
                </a:lnTo>
                <a:lnTo>
                  <a:pt x="8019520" y="596899"/>
                </a:lnTo>
                <a:lnTo>
                  <a:pt x="8014493" y="584199"/>
                </a:lnTo>
                <a:lnTo>
                  <a:pt x="8009344" y="571499"/>
                </a:lnTo>
                <a:lnTo>
                  <a:pt x="8004076" y="558799"/>
                </a:lnTo>
                <a:lnTo>
                  <a:pt x="7998691" y="558799"/>
                </a:lnTo>
                <a:lnTo>
                  <a:pt x="7993188" y="546099"/>
                </a:lnTo>
                <a:lnTo>
                  <a:pt x="7987567" y="533399"/>
                </a:lnTo>
                <a:lnTo>
                  <a:pt x="7981830" y="520699"/>
                </a:lnTo>
                <a:lnTo>
                  <a:pt x="7975979" y="520699"/>
                </a:lnTo>
                <a:lnTo>
                  <a:pt x="7970014" y="507999"/>
                </a:lnTo>
                <a:lnTo>
                  <a:pt x="7963935" y="495299"/>
                </a:lnTo>
                <a:lnTo>
                  <a:pt x="7957743" y="482599"/>
                </a:lnTo>
                <a:lnTo>
                  <a:pt x="7951440" y="482599"/>
                </a:lnTo>
                <a:lnTo>
                  <a:pt x="7945027" y="469899"/>
                </a:lnTo>
                <a:lnTo>
                  <a:pt x="7938503" y="457199"/>
                </a:lnTo>
                <a:lnTo>
                  <a:pt x="7931870" y="457199"/>
                </a:lnTo>
                <a:lnTo>
                  <a:pt x="7925131" y="444499"/>
                </a:lnTo>
                <a:lnTo>
                  <a:pt x="7918286" y="431799"/>
                </a:lnTo>
                <a:lnTo>
                  <a:pt x="7911334" y="431799"/>
                </a:lnTo>
                <a:lnTo>
                  <a:pt x="7904277" y="419099"/>
                </a:lnTo>
                <a:lnTo>
                  <a:pt x="7897117" y="406399"/>
                </a:lnTo>
                <a:lnTo>
                  <a:pt x="7889856" y="406399"/>
                </a:lnTo>
                <a:lnTo>
                  <a:pt x="7882492" y="393699"/>
                </a:lnTo>
                <a:lnTo>
                  <a:pt x="7875027" y="380999"/>
                </a:lnTo>
                <a:lnTo>
                  <a:pt x="7867465" y="380999"/>
                </a:lnTo>
                <a:lnTo>
                  <a:pt x="7859805" y="368299"/>
                </a:lnTo>
                <a:lnTo>
                  <a:pt x="7852047" y="355599"/>
                </a:lnTo>
                <a:lnTo>
                  <a:pt x="7991126" y="355599"/>
                </a:lnTo>
                <a:lnTo>
                  <a:pt x="7998877" y="368299"/>
                </a:lnTo>
                <a:lnTo>
                  <a:pt x="8006509" y="380999"/>
                </a:lnTo>
                <a:lnTo>
                  <a:pt x="8014021" y="393699"/>
                </a:lnTo>
                <a:lnTo>
                  <a:pt x="8021415" y="393699"/>
                </a:lnTo>
                <a:lnTo>
                  <a:pt x="8028688" y="406399"/>
                </a:lnTo>
                <a:lnTo>
                  <a:pt x="8035837" y="419099"/>
                </a:lnTo>
                <a:lnTo>
                  <a:pt x="8042864" y="431799"/>
                </a:lnTo>
                <a:lnTo>
                  <a:pt x="8049767" y="444499"/>
                </a:lnTo>
                <a:lnTo>
                  <a:pt x="8056544" y="444499"/>
                </a:lnTo>
                <a:lnTo>
                  <a:pt x="8076112" y="482599"/>
                </a:lnTo>
                <a:lnTo>
                  <a:pt x="8088513" y="507999"/>
                </a:lnTo>
                <a:lnTo>
                  <a:pt x="8094517" y="507999"/>
                </a:lnTo>
                <a:lnTo>
                  <a:pt x="8111735" y="546099"/>
                </a:lnTo>
                <a:lnTo>
                  <a:pt x="8127741" y="584199"/>
                </a:lnTo>
                <a:lnTo>
                  <a:pt x="8132803" y="584199"/>
                </a:lnTo>
                <a:lnTo>
                  <a:pt x="8147161" y="622299"/>
                </a:lnTo>
                <a:lnTo>
                  <a:pt x="8160257" y="660399"/>
                </a:lnTo>
                <a:lnTo>
                  <a:pt x="8172077" y="698499"/>
                </a:lnTo>
                <a:lnTo>
                  <a:pt x="8175731" y="711199"/>
                </a:lnTo>
                <a:lnTo>
                  <a:pt x="8179240" y="711199"/>
                </a:lnTo>
                <a:lnTo>
                  <a:pt x="8188897" y="749299"/>
                </a:lnTo>
                <a:lnTo>
                  <a:pt x="8197238" y="787399"/>
                </a:lnTo>
                <a:lnTo>
                  <a:pt x="8204252" y="825499"/>
                </a:lnTo>
                <a:lnTo>
                  <a:pt x="8209928" y="863599"/>
                </a:lnTo>
                <a:lnTo>
                  <a:pt x="8214260" y="901699"/>
                </a:lnTo>
                <a:lnTo>
                  <a:pt x="8217242" y="939799"/>
                </a:lnTo>
                <a:lnTo>
                  <a:pt x="8218870" y="977899"/>
                </a:lnTo>
                <a:lnTo>
                  <a:pt x="8219113" y="4521199"/>
                </a:lnTo>
                <a:lnTo>
                  <a:pt x="8218873" y="4533899"/>
                </a:lnTo>
                <a:lnTo>
                  <a:pt x="8218482" y="4546599"/>
                </a:lnTo>
                <a:lnTo>
                  <a:pt x="8217941" y="4559299"/>
                </a:lnTo>
                <a:lnTo>
                  <a:pt x="8217248" y="4571999"/>
                </a:lnTo>
                <a:lnTo>
                  <a:pt x="8216406" y="4584699"/>
                </a:lnTo>
                <a:lnTo>
                  <a:pt x="8215413" y="4584699"/>
                </a:lnTo>
                <a:lnTo>
                  <a:pt x="8214270" y="4597399"/>
                </a:lnTo>
                <a:lnTo>
                  <a:pt x="8209940" y="4635499"/>
                </a:lnTo>
                <a:lnTo>
                  <a:pt x="8204267" y="4673599"/>
                </a:lnTo>
                <a:lnTo>
                  <a:pt x="8197256" y="4711699"/>
                </a:lnTo>
                <a:lnTo>
                  <a:pt x="8188917" y="4749799"/>
                </a:lnTo>
                <a:lnTo>
                  <a:pt x="8179262" y="4787899"/>
                </a:lnTo>
                <a:lnTo>
                  <a:pt x="8175754" y="4800599"/>
                </a:lnTo>
                <a:lnTo>
                  <a:pt x="8172101" y="4813299"/>
                </a:lnTo>
                <a:close/>
              </a:path>
              <a:path w="8219440" h="5511800">
                <a:moveTo>
                  <a:pt x="407224" y="5181599"/>
                </a:moveTo>
                <a:lnTo>
                  <a:pt x="260076" y="5181599"/>
                </a:lnTo>
                <a:lnTo>
                  <a:pt x="251867" y="5168899"/>
                </a:lnTo>
                <a:lnTo>
                  <a:pt x="243773" y="5156199"/>
                </a:lnTo>
                <a:lnTo>
                  <a:pt x="235792" y="5156199"/>
                </a:lnTo>
                <a:lnTo>
                  <a:pt x="227926" y="5143499"/>
                </a:lnTo>
                <a:lnTo>
                  <a:pt x="220177" y="5130799"/>
                </a:lnTo>
                <a:lnTo>
                  <a:pt x="212546" y="5118099"/>
                </a:lnTo>
                <a:lnTo>
                  <a:pt x="205034" y="5118099"/>
                </a:lnTo>
                <a:lnTo>
                  <a:pt x="197641" y="5105399"/>
                </a:lnTo>
                <a:lnTo>
                  <a:pt x="190369" y="5092699"/>
                </a:lnTo>
                <a:lnTo>
                  <a:pt x="183221" y="5079999"/>
                </a:lnTo>
                <a:lnTo>
                  <a:pt x="176195" y="5067299"/>
                </a:lnTo>
                <a:lnTo>
                  <a:pt x="169293" y="5067299"/>
                </a:lnTo>
                <a:lnTo>
                  <a:pt x="149345" y="5029199"/>
                </a:lnTo>
                <a:lnTo>
                  <a:pt x="136685" y="5003799"/>
                </a:lnTo>
                <a:lnTo>
                  <a:pt x="130551" y="5003799"/>
                </a:lnTo>
                <a:lnTo>
                  <a:pt x="112938" y="4965699"/>
                </a:lnTo>
                <a:lnTo>
                  <a:pt x="96529" y="4927599"/>
                </a:lnTo>
                <a:lnTo>
                  <a:pt x="91331" y="4927599"/>
                </a:lnTo>
                <a:lnTo>
                  <a:pt x="76562" y="4889499"/>
                </a:lnTo>
                <a:lnTo>
                  <a:pt x="63046" y="4851399"/>
                </a:lnTo>
                <a:lnTo>
                  <a:pt x="50801" y="4813299"/>
                </a:lnTo>
                <a:lnTo>
                  <a:pt x="159852" y="4813299"/>
                </a:lnTo>
                <a:lnTo>
                  <a:pt x="163767" y="4825999"/>
                </a:lnTo>
                <a:lnTo>
                  <a:pt x="167809" y="4838699"/>
                </a:lnTo>
                <a:lnTo>
                  <a:pt x="171976" y="4851399"/>
                </a:lnTo>
                <a:lnTo>
                  <a:pt x="176268" y="4864099"/>
                </a:lnTo>
                <a:lnTo>
                  <a:pt x="180684" y="4864099"/>
                </a:lnTo>
                <a:lnTo>
                  <a:pt x="185224" y="4876799"/>
                </a:lnTo>
                <a:lnTo>
                  <a:pt x="189887" y="4889499"/>
                </a:lnTo>
                <a:lnTo>
                  <a:pt x="194673" y="4902199"/>
                </a:lnTo>
                <a:lnTo>
                  <a:pt x="199579" y="4914899"/>
                </a:lnTo>
                <a:lnTo>
                  <a:pt x="204606" y="4914899"/>
                </a:lnTo>
                <a:lnTo>
                  <a:pt x="209754" y="4927599"/>
                </a:lnTo>
                <a:lnTo>
                  <a:pt x="215021" y="4940299"/>
                </a:lnTo>
                <a:lnTo>
                  <a:pt x="220405" y="4952999"/>
                </a:lnTo>
                <a:lnTo>
                  <a:pt x="225908" y="4952999"/>
                </a:lnTo>
                <a:lnTo>
                  <a:pt x="231528" y="4965699"/>
                </a:lnTo>
                <a:lnTo>
                  <a:pt x="237264" y="4978399"/>
                </a:lnTo>
                <a:lnTo>
                  <a:pt x="243114" y="4991099"/>
                </a:lnTo>
                <a:lnTo>
                  <a:pt x="249079" y="4991099"/>
                </a:lnTo>
                <a:lnTo>
                  <a:pt x="255157" y="5003799"/>
                </a:lnTo>
                <a:lnTo>
                  <a:pt x="261348" y="5016499"/>
                </a:lnTo>
                <a:lnTo>
                  <a:pt x="267650" y="5016499"/>
                </a:lnTo>
                <a:lnTo>
                  <a:pt x="274063" y="5029199"/>
                </a:lnTo>
                <a:lnTo>
                  <a:pt x="280585" y="5041899"/>
                </a:lnTo>
                <a:lnTo>
                  <a:pt x="287217" y="5054599"/>
                </a:lnTo>
                <a:lnTo>
                  <a:pt x="293955" y="5054599"/>
                </a:lnTo>
                <a:lnTo>
                  <a:pt x="300800" y="5067299"/>
                </a:lnTo>
                <a:lnTo>
                  <a:pt x="307751" y="5079999"/>
                </a:lnTo>
                <a:lnTo>
                  <a:pt x="314807" y="5079999"/>
                </a:lnTo>
                <a:lnTo>
                  <a:pt x="321965" y="5092699"/>
                </a:lnTo>
                <a:lnTo>
                  <a:pt x="329226" y="5105399"/>
                </a:lnTo>
                <a:lnTo>
                  <a:pt x="336589" y="5105399"/>
                </a:lnTo>
                <a:lnTo>
                  <a:pt x="344052" y="5118099"/>
                </a:lnTo>
                <a:lnTo>
                  <a:pt x="351614" y="5130799"/>
                </a:lnTo>
                <a:lnTo>
                  <a:pt x="359273" y="5130799"/>
                </a:lnTo>
                <a:lnTo>
                  <a:pt x="367030" y="5143499"/>
                </a:lnTo>
                <a:lnTo>
                  <a:pt x="374883" y="5143499"/>
                </a:lnTo>
                <a:lnTo>
                  <a:pt x="382829" y="5156199"/>
                </a:lnTo>
                <a:lnTo>
                  <a:pt x="390868" y="5168899"/>
                </a:lnTo>
                <a:lnTo>
                  <a:pt x="399001" y="5168899"/>
                </a:lnTo>
                <a:lnTo>
                  <a:pt x="407224" y="5181599"/>
                </a:lnTo>
                <a:close/>
              </a:path>
              <a:path w="8219440" h="5511800">
                <a:moveTo>
                  <a:pt x="7959005" y="5181599"/>
                </a:moveTo>
                <a:lnTo>
                  <a:pt x="7811848" y="5181599"/>
                </a:lnTo>
                <a:lnTo>
                  <a:pt x="7820073" y="5168899"/>
                </a:lnTo>
                <a:lnTo>
                  <a:pt x="7828206" y="5168899"/>
                </a:lnTo>
                <a:lnTo>
                  <a:pt x="7836246" y="5156199"/>
                </a:lnTo>
                <a:lnTo>
                  <a:pt x="7844193" y="5143499"/>
                </a:lnTo>
                <a:lnTo>
                  <a:pt x="7852047" y="5143499"/>
                </a:lnTo>
                <a:lnTo>
                  <a:pt x="7859805" y="5130799"/>
                </a:lnTo>
                <a:lnTo>
                  <a:pt x="7867465" y="5130799"/>
                </a:lnTo>
                <a:lnTo>
                  <a:pt x="7875027" y="5118099"/>
                </a:lnTo>
                <a:lnTo>
                  <a:pt x="7882492" y="5105399"/>
                </a:lnTo>
                <a:lnTo>
                  <a:pt x="7889855" y="5105399"/>
                </a:lnTo>
                <a:lnTo>
                  <a:pt x="7897117" y="5092699"/>
                </a:lnTo>
                <a:lnTo>
                  <a:pt x="7904276" y="5079999"/>
                </a:lnTo>
                <a:lnTo>
                  <a:pt x="7911333" y="5079999"/>
                </a:lnTo>
                <a:lnTo>
                  <a:pt x="7918285" y="5067299"/>
                </a:lnTo>
                <a:lnTo>
                  <a:pt x="7925131" y="5054599"/>
                </a:lnTo>
                <a:lnTo>
                  <a:pt x="7931870" y="5054599"/>
                </a:lnTo>
                <a:lnTo>
                  <a:pt x="7938502" y="5041899"/>
                </a:lnTo>
                <a:lnTo>
                  <a:pt x="7945026" y="5029199"/>
                </a:lnTo>
                <a:lnTo>
                  <a:pt x="7951440" y="5016499"/>
                </a:lnTo>
                <a:lnTo>
                  <a:pt x="7957743" y="5016499"/>
                </a:lnTo>
                <a:lnTo>
                  <a:pt x="7963935" y="5003799"/>
                </a:lnTo>
                <a:lnTo>
                  <a:pt x="7970014" y="4991099"/>
                </a:lnTo>
                <a:lnTo>
                  <a:pt x="7975979" y="4991099"/>
                </a:lnTo>
                <a:lnTo>
                  <a:pt x="7981830" y="4978399"/>
                </a:lnTo>
                <a:lnTo>
                  <a:pt x="7987567" y="4965699"/>
                </a:lnTo>
                <a:lnTo>
                  <a:pt x="7993188" y="4952999"/>
                </a:lnTo>
                <a:lnTo>
                  <a:pt x="7998691" y="4952999"/>
                </a:lnTo>
                <a:lnTo>
                  <a:pt x="8004076" y="4940299"/>
                </a:lnTo>
                <a:lnTo>
                  <a:pt x="8009344" y="4927599"/>
                </a:lnTo>
                <a:lnTo>
                  <a:pt x="8014493" y="4914899"/>
                </a:lnTo>
                <a:lnTo>
                  <a:pt x="8019520" y="4914899"/>
                </a:lnTo>
                <a:lnTo>
                  <a:pt x="8024428" y="4902199"/>
                </a:lnTo>
                <a:lnTo>
                  <a:pt x="8029214" y="4889499"/>
                </a:lnTo>
                <a:lnTo>
                  <a:pt x="8033878" y="4876799"/>
                </a:lnTo>
                <a:lnTo>
                  <a:pt x="8038418" y="4864099"/>
                </a:lnTo>
                <a:lnTo>
                  <a:pt x="8042834" y="4864099"/>
                </a:lnTo>
                <a:lnTo>
                  <a:pt x="8047127" y="4851399"/>
                </a:lnTo>
                <a:lnTo>
                  <a:pt x="8051295" y="4838699"/>
                </a:lnTo>
                <a:lnTo>
                  <a:pt x="8055337" y="4825999"/>
                </a:lnTo>
                <a:lnTo>
                  <a:pt x="8059252" y="4813299"/>
                </a:lnTo>
                <a:lnTo>
                  <a:pt x="8168305" y="4813299"/>
                </a:lnTo>
                <a:lnTo>
                  <a:pt x="8156059" y="4851399"/>
                </a:lnTo>
                <a:lnTo>
                  <a:pt x="8142542" y="4889499"/>
                </a:lnTo>
                <a:lnTo>
                  <a:pt x="8127770" y="4927599"/>
                </a:lnTo>
                <a:lnTo>
                  <a:pt x="8122571" y="4927599"/>
                </a:lnTo>
                <a:lnTo>
                  <a:pt x="8117236" y="4940299"/>
                </a:lnTo>
                <a:lnTo>
                  <a:pt x="8100421" y="4978399"/>
                </a:lnTo>
                <a:lnTo>
                  <a:pt x="8088545" y="5003799"/>
                </a:lnTo>
                <a:lnTo>
                  <a:pt x="8082411" y="5003799"/>
                </a:lnTo>
                <a:lnTo>
                  <a:pt x="8076145" y="5016499"/>
                </a:lnTo>
                <a:lnTo>
                  <a:pt x="8069749" y="5029199"/>
                </a:lnTo>
                <a:lnTo>
                  <a:pt x="8063227" y="5041899"/>
                </a:lnTo>
                <a:lnTo>
                  <a:pt x="8056577" y="5054599"/>
                </a:lnTo>
                <a:lnTo>
                  <a:pt x="8049799" y="5067299"/>
                </a:lnTo>
                <a:lnTo>
                  <a:pt x="8042896" y="5067299"/>
                </a:lnTo>
                <a:lnTo>
                  <a:pt x="8035869" y="5079999"/>
                </a:lnTo>
                <a:lnTo>
                  <a:pt x="8028719" y="5092699"/>
                </a:lnTo>
                <a:lnTo>
                  <a:pt x="8021446" y="5105399"/>
                </a:lnTo>
                <a:lnTo>
                  <a:pt x="8014053" y="5118099"/>
                </a:lnTo>
                <a:lnTo>
                  <a:pt x="8006540" y="5118099"/>
                </a:lnTo>
                <a:lnTo>
                  <a:pt x="7998909" y="5130799"/>
                </a:lnTo>
                <a:lnTo>
                  <a:pt x="7991159" y="5143499"/>
                </a:lnTo>
                <a:lnTo>
                  <a:pt x="7983292" y="5156199"/>
                </a:lnTo>
                <a:lnTo>
                  <a:pt x="7975310" y="5156199"/>
                </a:lnTo>
                <a:lnTo>
                  <a:pt x="7967215" y="5168899"/>
                </a:lnTo>
                <a:lnTo>
                  <a:pt x="7959005" y="5181599"/>
                </a:lnTo>
                <a:close/>
              </a:path>
              <a:path w="8219440" h="5511800">
                <a:moveTo>
                  <a:pt x="449657" y="5219699"/>
                </a:moveTo>
                <a:lnTo>
                  <a:pt x="294012" y="5219699"/>
                </a:lnTo>
                <a:lnTo>
                  <a:pt x="285364" y="5206999"/>
                </a:lnTo>
                <a:lnTo>
                  <a:pt x="276825" y="5194299"/>
                </a:lnTo>
                <a:lnTo>
                  <a:pt x="268396" y="5181599"/>
                </a:lnTo>
                <a:lnTo>
                  <a:pt x="415536" y="5181599"/>
                </a:lnTo>
                <a:lnTo>
                  <a:pt x="423936" y="5194299"/>
                </a:lnTo>
                <a:lnTo>
                  <a:pt x="432425" y="5194299"/>
                </a:lnTo>
                <a:lnTo>
                  <a:pt x="440999" y="5206999"/>
                </a:lnTo>
                <a:lnTo>
                  <a:pt x="449657" y="5219699"/>
                </a:lnTo>
                <a:close/>
              </a:path>
              <a:path w="8219440" h="5511800">
                <a:moveTo>
                  <a:pt x="7925065" y="5219699"/>
                </a:moveTo>
                <a:lnTo>
                  <a:pt x="7769411" y="5219699"/>
                </a:lnTo>
                <a:lnTo>
                  <a:pt x="7778069" y="5206999"/>
                </a:lnTo>
                <a:lnTo>
                  <a:pt x="7786645" y="5194299"/>
                </a:lnTo>
                <a:lnTo>
                  <a:pt x="7795134" y="5194299"/>
                </a:lnTo>
                <a:lnTo>
                  <a:pt x="7803535" y="5181599"/>
                </a:lnTo>
                <a:lnTo>
                  <a:pt x="7950684" y="5181599"/>
                </a:lnTo>
                <a:lnTo>
                  <a:pt x="7942254" y="5194299"/>
                </a:lnTo>
                <a:lnTo>
                  <a:pt x="7933714" y="5206999"/>
                </a:lnTo>
                <a:lnTo>
                  <a:pt x="7925065" y="5219699"/>
                </a:lnTo>
                <a:close/>
              </a:path>
              <a:path w="8219440" h="5511800">
                <a:moveTo>
                  <a:pt x="485109" y="5245099"/>
                </a:moveTo>
                <a:lnTo>
                  <a:pt x="320588" y="5245099"/>
                </a:lnTo>
                <a:lnTo>
                  <a:pt x="311625" y="5232399"/>
                </a:lnTo>
                <a:lnTo>
                  <a:pt x="302767" y="5219699"/>
                </a:lnTo>
                <a:lnTo>
                  <a:pt x="458397" y="5219699"/>
                </a:lnTo>
                <a:lnTo>
                  <a:pt x="467222" y="5232399"/>
                </a:lnTo>
                <a:lnTo>
                  <a:pt x="476126" y="5232399"/>
                </a:lnTo>
                <a:lnTo>
                  <a:pt x="485109" y="5245099"/>
                </a:lnTo>
                <a:close/>
              </a:path>
              <a:path w="8219440" h="5511800">
                <a:moveTo>
                  <a:pt x="7898486" y="5245099"/>
                </a:moveTo>
                <a:lnTo>
                  <a:pt x="7733954" y="5245099"/>
                </a:lnTo>
                <a:lnTo>
                  <a:pt x="7742937" y="5232399"/>
                </a:lnTo>
                <a:lnTo>
                  <a:pt x="7751843" y="5232399"/>
                </a:lnTo>
                <a:lnTo>
                  <a:pt x="7760669" y="5219699"/>
                </a:lnTo>
                <a:lnTo>
                  <a:pt x="7916309" y="5219699"/>
                </a:lnTo>
                <a:lnTo>
                  <a:pt x="7907450" y="5232399"/>
                </a:lnTo>
                <a:lnTo>
                  <a:pt x="7898486" y="5245099"/>
                </a:lnTo>
                <a:close/>
              </a:path>
              <a:path w="8219440" h="5511800">
                <a:moveTo>
                  <a:pt x="503307" y="5257799"/>
                </a:moveTo>
                <a:lnTo>
                  <a:pt x="338822" y="5257799"/>
                </a:lnTo>
                <a:lnTo>
                  <a:pt x="329654" y="5245099"/>
                </a:lnTo>
                <a:lnTo>
                  <a:pt x="494169" y="5245099"/>
                </a:lnTo>
                <a:lnTo>
                  <a:pt x="503307" y="5257799"/>
                </a:lnTo>
                <a:close/>
              </a:path>
              <a:path w="8219440" h="5511800">
                <a:moveTo>
                  <a:pt x="7870982" y="5270499"/>
                </a:moveTo>
                <a:lnTo>
                  <a:pt x="7697251" y="5270499"/>
                </a:lnTo>
                <a:lnTo>
                  <a:pt x="7706538" y="5257799"/>
                </a:lnTo>
                <a:lnTo>
                  <a:pt x="7715753" y="5257799"/>
                </a:lnTo>
                <a:lnTo>
                  <a:pt x="7724892" y="5245099"/>
                </a:lnTo>
                <a:lnTo>
                  <a:pt x="7889418" y="5245099"/>
                </a:lnTo>
                <a:lnTo>
                  <a:pt x="7880249" y="5257799"/>
                </a:lnTo>
                <a:lnTo>
                  <a:pt x="7870982" y="5270499"/>
                </a:lnTo>
                <a:close/>
              </a:path>
              <a:path w="8219440" h="5511800">
                <a:moveTo>
                  <a:pt x="550096" y="5283199"/>
                </a:moveTo>
                <a:lnTo>
                  <a:pt x="366916" y="5283199"/>
                </a:lnTo>
                <a:lnTo>
                  <a:pt x="357453" y="5270499"/>
                </a:lnTo>
                <a:lnTo>
                  <a:pt x="348088" y="5257799"/>
                </a:lnTo>
                <a:lnTo>
                  <a:pt x="512521" y="5257799"/>
                </a:lnTo>
                <a:lnTo>
                  <a:pt x="521807" y="5270499"/>
                </a:lnTo>
                <a:lnTo>
                  <a:pt x="540596" y="5270499"/>
                </a:lnTo>
                <a:lnTo>
                  <a:pt x="550096" y="5283199"/>
                </a:lnTo>
                <a:close/>
              </a:path>
              <a:path w="8219440" h="5511800">
                <a:moveTo>
                  <a:pt x="7852152" y="5283199"/>
                </a:moveTo>
                <a:lnTo>
                  <a:pt x="7668958" y="5283199"/>
                </a:lnTo>
                <a:lnTo>
                  <a:pt x="7678460" y="5270499"/>
                </a:lnTo>
                <a:lnTo>
                  <a:pt x="7861616" y="5270499"/>
                </a:lnTo>
                <a:lnTo>
                  <a:pt x="7852152" y="5283199"/>
                </a:lnTo>
                <a:close/>
              </a:path>
              <a:path w="8219440" h="5511800">
                <a:moveTo>
                  <a:pt x="588762" y="5308599"/>
                </a:moveTo>
                <a:lnTo>
                  <a:pt x="395871" y="5308599"/>
                </a:lnTo>
                <a:lnTo>
                  <a:pt x="386127" y="5295899"/>
                </a:lnTo>
                <a:lnTo>
                  <a:pt x="376475" y="5283199"/>
                </a:lnTo>
                <a:lnTo>
                  <a:pt x="559663" y="5283199"/>
                </a:lnTo>
                <a:lnTo>
                  <a:pt x="569297" y="5295899"/>
                </a:lnTo>
                <a:lnTo>
                  <a:pt x="578997" y="5295899"/>
                </a:lnTo>
                <a:lnTo>
                  <a:pt x="588762" y="5308599"/>
                </a:lnTo>
                <a:close/>
              </a:path>
              <a:path w="8219440" h="5511800">
                <a:moveTo>
                  <a:pt x="7823194" y="5308599"/>
                </a:moveTo>
                <a:lnTo>
                  <a:pt x="7630288" y="5308599"/>
                </a:lnTo>
                <a:lnTo>
                  <a:pt x="7640053" y="5295899"/>
                </a:lnTo>
                <a:lnTo>
                  <a:pt x="7649755" y="5295899"/>
                </a:lnTo>
                <a:lnTo>
                  <a:pt x="7659390" y="5283199"/>
                </a:lnTo>
                <a:lnTo>
                  <a:pt x="7842592" y="5283199"/>
                </a:lnTo>
                <a:lnTo>
                  <a:pt x="7832939" y="5295899"/>
                </a:lnTo>
                <a:lnTo>
                  <a:pt x="7823194" y="5308599"/>
                </a:lnTo>
                <a:close/>
              </a:path>
              <a:path w="8219440" h="5511800">
                <a:moveTo>
                  <a:pt x="618420" y="5321299"/>
                </a:moveTo>
                <a:lnTo>
                  <a:pt x="415636" y="5321299"/>
                </a:lnTo>
                <a:lnTo>
                  <a:pt x="405708" y="5308599"/>
                </a:lnTo>
                <a:lnTo>
                  <a:pt x="608473" y="5308599"/>
                </a:lnTo>
                <a:lnTo>
                  <a:pt x="618420" y="5321299"/>
                </a:lnTo>
                <a:close/>
              </a:path>
              <a:path w="8219440" h="5511800">
                <a:moveTo>
                  <a:pt x="7803427" y="5321299"/>
                </a:moveTo>
                <a:lnTo>
                  <a:pt x="7600627" y="5321299"/>
                </a:lnTo>
                <a:lnTo>
                  <a:pt x="7610574" y="5308599"/>
                </a:lnTo>
                <a:lnTo>
                  <a:pt x="7813356" y="5308599"/>
                </a:lnTo>
                <a:lnTo>
                  <a:pt x="7803427" y="5321299"/>
                </a:lnTo>
                <a:close/>
              </a:path>
              <a:path w="8219440" h="5511800">
                <a:moveTo>
                  <a:pt x="648598" y="5333999"/>
                </a:moveTo>
                <a:lnTo>
                  <a:pt x="435750" y="5333999"/>
                </a:lnTo>
                <a:lnTo>
                  <a:pt x="425650" y="5321299"/>
                </a:lnTo>
                <a:lnTo>
                  <a:pt x="638484" y="5321299"/>
                </a:lnTo>
                <a:lnTo>
                  <a:pt x="648598" y="5333999"/>
                </a:lnTo>
                <a:close/>
              </a:path>
              <a:path w="8219440" h="5511800">
                <a:moveTo>
                  <a:pt x="7783311" y="5333999"/>
                </a:moveTo>
                <a:lnTo>
                  <a:pt x="7570445" y="5333999"/>
                </a:lnTo>
                <a:lnTo>
                  <a:pt x="7580560" y="5321299"/>
                </a:lnTo>
                <a:lnTo>
                  <a:pt x="7793413" y="5321299"/>
                </a:lnTo>
                <a:lnTo>
                  <a:pt x="7783311" y="5333999"/>
                </a:lnTo>
                <a:close/>
              </a:path>
              <a:path w="8219440" h="5511800">
                <a:moveTo>
                  <a:pt x="679259" y="5346699"/>
                </a:moveTo>
                <a:lnTo>
                  <a:pt x="456210" y="5346699"/>
                </a:lnTo>
                <a:lnTo>
                  <a:pt x="445938" y="5333999"/>
                </a:lnTo>
                <a:lnTo>
                  <a:pt x="668989" y="5333999"/>
                </a:lnTo>
                <a:lnTo>
                  <a:pt x="679259" y="5346699"/>
                </a:lnTo>
                <a:close/>
              </a:path>
              <a:path w="8219440" h="5511800">
                <a:moveTo>
                  <a:pt x="7762850" y="5346699"/>
                </a:moveTo>
                <a:lnTo>
                  <a:pt x="7539781" y="5346699"/>
                </a:lnTo>
                <a:lnTo>
                  <a:pt x="7550052" y="5333999"/>
                </a:lnTo>
                <a:lnTo>
                  <a:pt x="7773123" y="5333999"/>
                </a:lnTo>
                <a:lnTo>
                  <a:pt x="7762850" y="5346699"/>
                </a:lnTo>
                <a:close/>
              </a:path>
              <a:path w="8219440" h="5511800">
                <a:moveTo>
                  <a:pt x="710358" y="5359399"/>
                </a:moveTo>
                <a:lnTo>
                  <a:pt x="476995" y="5359399"/>
                </a:lnTo>
                <a:lnTo>
                  <a:pt x="466562" y="5346699"/>
                </a:lnTo>
                <a:lnTo>
                  <a:pt x="699945" y="5346699"/>
                </a:lnTo>
                <a:lnTo>
                  <a:pt x="710358" y="5359399"/>
                </a:lnTo>
                <a:close/>
              </a:path>
              <a:path w="8219440" h="5511800">
                <a:moveTo>
                  <a:pt x="7742062" y="5359399"/>
                </a:moveTo>
                <a:lnTo>
                  <a:pt x="7508678" y="5359399"/>
                </a:lnTo>
                <a:lnTo>
                  <a:pt x="7519092" y="5346699"/>
                </a:lnTo>
                <a:lnTo>
                  <a:pt x="7752496" y="5346699"/>
                </a:lnTo>
                <a:lnTo>
                  <a:pt x="7742062" y="5359399"/>
                </a:lnTo>
                <a:close/>
              </a:path>
              <a:path w="8219440" h="5511800">
                <a:moveTo>
                  <a:pt x="752433" y="5372099"/>
                </a:moveTo>
                <a:lnTo>
                  <a:pt x="498100" y="5372099"/>
                </a:lnTo>
                <a:lnTo>
                  <a:pt x="487509" y="5359399"/>
                </a:lnTo>
                <a:lnTo>
                  <a:pt x="741853" y="5359399"/>
                </a:lnTo>
                <a:lnTo>
                  <a:pt x="752433" y="5372099"/>
                </a:lnTo>
                <a:close/>
              </a:path>
              <a:path w="8219440" h="5511800">
                <a:moveTo>
                  <a:pt x="7720955" y="5372099"/>
                </a:moveTo>
                <a:lnTo>
                  <a:pt x="7477180" y="5372099"/>
                </a:lnTo>
                <a:lnTo>
                  <a:pt x="7487722" y="5359399"/>
                </a:lnTo>
                <a:lnTo>
                  <a:pt x="7731547" y="5359399"/>
                </a:lnTo>
                <a:lnTo>
                  <a:pt x="7720955" y="5372099"/>
                </a:lnTo>
                <a:close/>
              </a:path>
              <a:path w="8219440" h="5511800">
                <a:moveTo>
                  <a:pt x="795111" y="5384799"/>
                </a:moveTo>
                <a:lnTo>
                  <a:pt x="519505" y="5384799"/>
                </a:lnTo>
                <a:lnTo>
                  <a:pt x="508765" y="5372099"/>
                </a:lnTo>
                <a:lnTo>
                  <a:pt x="784390" y="5372099"/>
                </a:lnTo>
                <a:lnTo>
                  <a:pt x="795111" y="5384799"/>
                </a:lnTo>
                <a:close/>
              </a:path>
              <a:path w="8219440" h="5511800">
                <a:moveTo>
                  <a:pt x="7699547" y="5384799"/>
                </a:moveTo>
                <a:lnTo>
                  <a:pt x="7423917" y="5384799"/>
                </a:lnTo>
                <a:lnTo>
                  <a:pt x="7434639" y="5372099"/>
                </a:lnTo>
                <a:lnTo>
                  <a:pt x="7710288" y="5372099"/>
                </a:lnTo>
                <a:lnTo>
                  <a:pt x="7699547" y="5384799"/>
                </a:lnTo>
                <a:close/>
              </a:path>
              <a:path w="8219440" h="5511800">
                <a:moveTo>
                  <a:pt x="849152" y="5397499"/>
                </a:moveTo>
                <a:lnTo>
                  <a:pt x="541205" y="5397499"/>
                </a:lnTo>
                <a:lnTo>
                  <a:pt x="530320" y="5384799"/>
                </a:lnTo>
                <a:lnTo>
                  <a:pt x="838291" y="5384799"/>
                </a:lnTo>
                <a:lnTo>
                  <a:pt x="849152" y="5397499"/>
                </a:lnTo>
                <a:close/>
              </a:path>
              <a:path w="8219440" h="5511800">
                <a:moveTo>
                  <a:pt x="7677845" y="5397499"/>
                </a:moveTo>
                <a:lnTo>
                  <a:pt x="7369870" y="5397499"/>
                </a:lnTo>
                <a:lnTo>
                  <a:pt x="7380732" y="5384799"/>
                </a:lnTo>
                <a:lnTo>
                  <a:pt x="7688732" y="5384799"/>
                </a:lnTo>
                <a:lnTo>
                  <a:pt x="7677845" y="5397499"/>
                </a:lnTo>
                <a:close/>
              </a:path>
              <a:path w="8219440" h="5511800">
                <a:moveTo>
                  <a:pt x="969800" y="5410199"/>
                </a:moveTo>
                <a:lnTo>
                  <a:pt x="563180" y="5410199"/>
                </a:lnTo>
                <a:lnTo>
                  <a:pt x="552159" y="5397499"/>
                </a:lnTo>
                <a:lnTo>
                  <a:pt x="958772" y="5397499"/>
                </a:lnTo>
                <a:lnTo>
                  <a:pt x="969800" y="5410199"/>
                </a:lnTo>
                <a:close/>
              </a:path>
              <a:path w="8219440" h="5511800">
                <a:moveTo>
                  <a:pt x="7655868" y="5410199"/>
                </a:moveTo>
                <a:lnTo>
                  <a:pt x="7249212" y="5410199"/>
                </a:lnTo>
                <a:lnTo>
                  <a:pt x="7260240" y="5397499"/>
                </a:lnTo>
                <a:lnTo>
                  <a:pt x="7666891" y="5397499"/>
                </a:lnTo>
                <a:lnTo>
                  <a:pt x="7655868" y="5410199"/>
                </a:lnTo>
                <a:close/>
              </a:path>
              <a:path w="8219440" h="5511800">
                <a:moveTo>
                  <a:pt x="7633623" y="5422899"/>
                </a:moveTo>
                <a:lnTo>
                  <a:pt x="585422" y="5422899"/>
                </a:lnTo>
                <a:lnTo>
                  <a:pt x="574269" y="5410199"/>
                </a:lnTo>
                <a:lnTo>
                  <a:pt x="7644778" y="5410199"/>
                </a:lnTo>
                <a:lnTo>
                  <a:pt x="7633623" y="5422899"/>
                </a:lnTo>
                <a:close/>
              </a:path>
              <a:path w="8219440" h="5511800">
                <a:moveTo>
                  <a:pt x="7599792" y="5435599"/>
                </a:moveTo>
                <a:lnTo>
                  <a:pt x="619250" y="5435599"/>
                </a:lnTo>
                <a:lnTo>
                  <a:pt x="607913" y="5422899"/>
                </a:lnTo>
                <a:lnTo>
                  <a:pt x="7611130" y="5422899"/>
                </a:lnTo>
                <a:lnTo>
                  <a:pt x="7599792" y="5435599"/>
                </a:lnTo>
                <a:close/>
              </a:path>
              <a:path w="8219440" h="5511800">
                <a:moveTo>
                  <a:pt x="7565441" y="5448299"/>
                </a:moveTo>
                <a:lnTo>
                  <a:pt x="653598" y="5448299"/>
                </a:lnTo>
                <a:lnTo>
                  <a:pt x="642095" y="5435599"/>
                </a:lnTo>
                <a:lnTo>
                  <a:pt x="7576945" y="5435599"/>
                </a:lnTo>
                <a:lnTo>
                  <a:pt x="7565441" y="5448299"/>
                </a:lnTo>
                <a:close/>
              </a:path>
              <a:path w="8219440" h="5511800">
                <a:moveTo>
                  <a:pt x="7530614" y="5460999"/>
                </a:moveTo>
                <a:lnTo>
                  <a:pt x="688421" y="5460999"/>
                </a:lnTo>
                <a:lnTo>
                  <a:pt x="676765" y="5448299"/>
                </a:lnTo>
                <a:lnTo>
                  <a:pt x="7542271" y="5448299"/>
                </a:lnTo>
                <a:lnTo>
                  <a:pt x="7530614" y="5460999"/>
                </a:lnTo>
                <a:close/>
              </a:path>
              <a:path w="8219440" h="5511800">
                <a:moveTo>
                  <a:pt x="7495361" y="5473699"/>
                </a:moveTo>
                <a:lnTo>
                  <a:pt x="723671" y="5473699"/>
                </a:lnTo>
                <a:lnTo>
                  <a:pt x="711876" y="5460999"/>
                </a:lnTo>
                <a:lnTo>
                  <a:pt x="7507158" y="5460999"/>
                </a:lnTo>
                <a:lnTo>
                  <a:pt x="7495361" y="5473699"/>
                </a:lnTo>
                <a:close/>
              </a:path>
              <a:path w="8219440" h="5511800">
                <a:moveTo>
                  <a:pt x="7447778" y="5486399"/>
                </a:moveTo>
                <a:lnTo>
                  <a:pt x="771250" y="5486399"/>
                </a:lnTo>
                <a:lnTo>
                  <a:pt x="759298" y="5473699"/>
                </a:lnTo>
                <a:lnTo>
                  <a:pt x="7459732" y="5473699"/>
                </a:lnTo>
                <a:lnTo>
                  <a:pt x="7447778" y="5486399"/>
                </a:lnTo>
                <a:close/>
              </a:path>
              <a:path w="8219440" h="5511800">
                <a:moveTo>
                  <a:pt x="7387527" y="5499099"/>
                </a:moveTo>
                <a:lnTo>
                  <a:pt x="831497" y="5499099"/>
                </a:lnTo>
                <a:lnTo>
                  <a:pt x="819389" y="5486399"/>
                </a:lnTo>
                <a:lnTo>
                  <a:pt x="7399636" y="5486399"/>
                </a:lnTo>
                <a:lnTo>
                  <a:pt x="7387527" y="5499099"/>
                </a:lnTo>
                <a:close/>
              </a:path>
              <a:path w="8219440" h="5511800">
                <a:moveTo>
                  <a:pt x="7277596" y="5511799"/>
                </a:moveTo>
                <a:lnTo>
                  <a:pt x="941419" y="5511799"/>
                </a:lnTo>
                <a:lnTo>
                  <a:pt x="929144" y="5499099"/>
                </a:lnTo>
                <a:lnTo>
                  <a:pt x="7289871" y="5499099"/>
                </a:lnTo>
                <a:lnTo>
                  <a:pt x="7277596" y="551179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2933" y="5512994"/>
            <a:ext cx="3420830" cy="2634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2330" y="354513"/>
            <a:ext cx="4655820" cy="798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50" u="heavy" spc="30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5050" u="heavy" spc="2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FLOW</a:t>
            </a:r>
            <a:r>
              <a:rPr sz="5050" u="heavy" spc="235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CHART</a:t>
            </a:r>
            <a:endParaRPr sz="50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2153380"/>
            <a:ext cx="16228523" cy="8133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11969" y="1168620"/>
            <a:ext cx="182245" cy="57150"/>
          </a:xfrm>
          <a:custGeom>
            <a:avLst/>
            <a:gdLst/>
            <a:ahLst/>
            <a:cxnLst/>
            <a:rect l="l" t="t" r="r" b="b"/>
            <a:pathLst>
              <a:path w="182245" h="57150">
                <a:moveTo>
                  <a:pt x="182165" y="57149"/>
                </a:moveTo>
                <a:lnTo>
                  <a:pt x="0" y="57149"/>
                </a:lnTo>
                <a:lnTo>
                  <a:pt x="0" y="0"/>
                </a:lnTo>
                <a:lnTo>
                  <a:pt x="182165" y="0"/>
                </a:lnTo>
                <a:lnTo>
                  <a:pt x="182165" y="57149"/>
                </a:lnTo>
                <a:close/>
              </a:path>
            </a:pathLst>
          </a:custGeom>
          <a:solidFill>
            <a:srgbClr val="0037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994400">
              <a:lnSpc>
                <a:spcPct val="100000"/>
              </a:lnSpc>
              <a:spcBef>
                <a:spcPts val="120"/>
              </a:spcBef>
            </a:pPr>
            <a:r>
              <a:rPr sz="5050" u="heavy" spc="2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TECH</a:t>
            </a:r>
            <a:r>
              <a:rPr sz="5050" spc="-45" dirty="0">
                <a:solidFill>
                  <a:srgbClr val="000000"/>
                </a:solidFill>
              </a:rPr>
              <a:t> </a:t>
            </a:r>
            <a:r>
              <a:rPr sz="5050" u="heavy" spc="190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STACK</a:t>
            </a:r>
            <a:endParaRPr sz="50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257" y="2771959"/>
            <a:ext cx="16057679" cy="7027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448" rIns="0" bIns="0" rtlCol="0">
            <a:spAutoFit/>
          </a:bodyPr>
          <a:lstStyle/>
          <a:p>
            <a:pPr marL="6313805">
              <a:lnSpc>
                <a:spcPct val="100000"/>
              </a:lnSpc>
              <a:spcBef>
                <a:spcPts val="120"/>
              </a:spcBef>
            </a:pPr>
            <a:r>
              <a:rPr sz="4150" u="heavy" spc="1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PROTO</a:t>
            </a:r>
            <a:r>
              <a:rPr sz="4150" u="heavy" spc="160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TYPE</a:t>
            </a:r>
            <a:endParaRPr sz="4150"/>
          </a:p>
        </p:txBody>
      </p:sp>
      <p:grpSp>
        <p:nvGrpSpPr>
          <p:cNvPr id="4" name="object 4"/>
          <p:cNvGrpSpPr/>
          <p:nvPr/>
        </p:nvGrpSpPr>
        <p:grpSpPr>
          <a:xfrm>
            <a:off x="874927" y="2985041"/>
            <a:ext cx="5334635" cy="5334000"/>
            <a:chOff x="874927" y="2985041"/>
            <a:chExt cx="5334635" cy="5334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281" y="3045987"/>
              <a:ext cx="5229363" cy="5219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927" y="2985041"/>
              <a:ext cx="5334455" cy="533400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659357" y="4832885"/>
            <a:ext cx="3142615" cy="1635125"/>
          </a:xfrm>
          <a:custGeom>
            <a:avLst/>
            <a:gdLst/>
            <a:ahLst/>
            <a:cxnLst/>
            <a:rect l="l" t="t" r="r" b="b"/>
            <a:pathLst>
              <a:path w="3142615" h="1635125">
                <a:moveTo>
                  <a:pt x="2025141" y="1634773"/>
                </a:moveTo>
                <a:lnTo>
                  <a:pt x="1983566" y="1627000"/>
                </a:lnTo>
                <a:lnTo>
                  <a:pt x="1946285" y="1607549"/>
                </a:lnTo>
                <a:lnTo>
                  <a:pt x="1916138" y="1577903"/>
                </a:lnTo>
                <a:lnTo>
                  <a:pt x="1895967" y="1539545"/>
                </a:lnTo>
                <a:lnTo>
                  <a:pt x="1888612" y="1493960"/>
                </a:lnTo>
                <a:lnTo>
                  <a:pt x="1888612" y="1275010"/>
                </a:lnTo>
                <a:lnTo>
                  <a:pt x="1881522" y="1239918"/>
                </a:lnTo>
                <a:lnTo>
                  <a:pt x="1862190" y="1211274"/>
                </a:lnTo>
                <a:lnTo>
                  <a:pt x="1833519" y="1191968"/>
                </a:lnTo>
                <a:lnTo>
                  <a:pt x="1798415" y="1184890"/>
                </a:lnTo>
                <a:lnTo>
                  <a:pt x="140710" y="1184890"/>
                </a:lnTo>
                <a:lnTo>
                  <a:pt x="96237" y="1177714"/>
                </a:lnTo>
                <a:lnTo>
                  <a:pt x="57611" y="1157732"/>
                </a:lnTo>
                <a:lnTo>
                  <a:pt x="27150" y="1127264"/>
                </a:lnTo>
                <a:lnTo>
                  <a:pt x="7174" y="1088630"/>
                </a:lnTo>
                <a:lnTo>
                  <a:pt x="0" y="1044149"/>
                </a:lnTo>
                <a:lnTo>
                  <a:pt x="0" y="590549"/>
                </a:lnTo>
                <a:lnTo>
                  <a:pt x="7174" y="546101"/>
                </a:lnTo>
                <a:lnTo>
                  <a:pt x="27150" y="507497"/>
                </a:lnTo>
                <a:lnTo>
                  <a:pt x="57611" y="477053"/>
                </a:lnTo>
                <a:lnTo>
                  <a:pt x="96237" y="457087"/>
                </a:lnTo>
                <a:lnTo>
                  <a:pt x="140710" y="449917"/>
                </a:lnTo>
                <a:lnTo>
                  <a:pt x="1798415" y="449917"/>
                </a:lnTo>
                <a:lnTo>
                  <a:pt x="1833519" y="442831"/>
                </a:lnTo>
                <a:lnTo>
                  <a:pt x="1862190" y="423503"/>
                </a:lnTo>
                <a:lnTo>
                  <a:pt x="1881522" y="394832"/>
                </a:lnTo>
                <a:lnTo>
                  <a:pt x="1888612" y="359715"/>
                </a:lnTo>
                <a:lnTo>
                  <a:pt x="1888612" y="140821"/>
                </a:lnTo>
                <a:lnTo>
                  <a:pt x="1895967" y="95236"/>
                </a:lnTo>
                <a:lnTo>
                  <a:pt x="1916138" y="56881"/>
                </a:lnTo>
                <a:lnTo>
                  <a:pt x="1946285" y="27236"/>
                </a:lnTo>
                <a:lnTo>
                  <a:pt x="1983566" y="7782"/>
                </a:lnTo>
                <a:lnTo>
                  <a:pt x="2025141" y="0"/>
                </a:lnTo>
                <a:lnTo>
                  <a:pt x="2068169" y="5371"/>
                </a:lnTo>
                <a:lnTo>
                  <a:pt x="2109810" y="25376"/>
                </a:lnTo>
                <a:lnTo>
                  <a:pt x="3081746" y="701959"/>
                </a:lnTo>
                <a:lnTo>
                  <a:pt x="3115249" y="734604"/>
                </a:lnTo>
                <a:lnTo>
                  <a:pt x="3135350" y="774243"/>
                </a:lnTo>
                <a:lnTo>
                  <a:pt x="3142051" y="817380"/>
                </a:lnTo>
                <a:lnTo>
                  <a:pt x="3135350" y="860519"/>
                </a:lnTo>
                <a:lnTo>
                  <a:pt x="3115249" y="900165"/>
                </a:lnTo>
                <a:lnTo>
                  <a:pt x="3081746" y="932821"/>
                </a:lnTo>
                <a:lnTo>
                  <a:pt x="2109810" y="1609349"/>
                </a:lnTo>
                <a:lnTo>
                  <a:pt x="2068169" y="1629384"/>
                </a:lnTo>
                <a:lnTo>
                  <a:pt x="2025141" y="163477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95722" y="3936353"/>
            <a:ext cx="7263130" cy="856615"/>
          </a:xfrm>
          <a:custGeom>
            <a:avLst/>
            <a:gdLst/>
            <a:ahLst/>
            <a:cxnLst/>
            <a:rect l="l" t="t" r="r" b="b"/>
            <a:pathLst>
              <a:path w="7263130" h="856614">
                <a:moveTo>
                  <a:pt x="6835376" y="856403"/>
                </a:moveTo>
                <a:lnTo>
                  <a:pt x="428201" y="856403"/>
                </a:lnTo>
                <a:lnTo>
                  <a:pt x="379885" y="853670"/>
                </a:lnTo>
                <a:lnTo>
                  <a:pt x="332557" y="845586"/>
                </a:lnTo>
                <a:lnTo>
                  <a:pt x="286637" y="832325"/>
                </a:lnTo>
                <a:lnTo>
                  <a:pt x="242544" y="814061"/>
                </a:lnTo>
                <a:lnTo>
                  <a:pt x="200697" y="790968"/>
                </a:lnTo>
                <a:lnTo>
                  <a:pt x="161515" y="763218"/>
                </a:lnTo>
                <a:lnTo>
                  <a:pt x="125417" y="730985"/>
                </a:lnTo>
                <a:lnTo>
                  <a:pt x="93185" y="694888"/>
                </a:lnTo>
                <a:lnTo>
                  <a:pt x="65435" y="655706"/>
                </a:lnTo>
                <a:lnTo>
                  <a:pt x="42341" y="613859"/>
                </a:lnTo>
                <a:lnTo>
                  <a:pt x="24077" y="569766"/>
                </a:lnTo>
                <a:lnTo>
                  <a:pt x="10817" y="523846"/>
                </a:lnTo>
                <a:lnTo>
                  <a:pt x="2733" y="476518"/>
                </a:lnTo>
                <a:lnTo>
                  <a:pt x="0" y="428201"/>
                </a:lnTo>
                <a:lnTo>
                  <a:pt x="2733" y="379885"/>
                </a:lnTo>
                <a:lnTo>
                  <a:pt x="10817" y="332557"/>
                </a:lnTo>
                <a:lnTo>
                  <a:pt x="24077" y="286637"/>
                </a:lnTo>
                <a:lnTo>
                  <a:pt x="42341" y="242543"/>
                </a:lnTo>
                <a:lnTo>
                  <a:pt x="65435" y="200696"/>
                </a:lnTo>
                <a:lnTo>
                  <a:pt x="93185" y="161515"/>
                </a:lnTo>
                <a:lnTo>
                  <a:pt x="125417" y="125417"/>
                </a:lnTo>
                <a:lnTo>
                  <a:pt x="161515" y="93185"/>
                </a:lnTo>
                <a:lnTo>
                  <a:pt x="200697" y="65435"/>
                </a:lnTo>
                <a:lnTo>
                  <a:pt x="242544" y="42341"/>
                </a:lnTo>
                <a:lnTo>
                  <a:pt x="286637" y="24077"/>
                </a:lnTo>
                <a:lnTo>
                  <a:pt x="332557" y="10816"/>
                </a:lnTo>
                <a:lnTo>
                  <a:pt x="379885" y="2733"/>
                </a:lnTo>
                <a:lnTo>
                  <a:pt x="428201" y="0"/>
                </a:lnTo>
                <a:lnTo>
                  <a:pt x="6835376" y="0"/>
                </a:lnTo>
                <a:lnTo>
                  <a:pt x="6883693" y="2733"/>
                </a:lnTo>
                <a:lnTo>
                  <a:pt x="6931021" y="10816"/>
                </a:lnTo>
                <a:lnTo>
                  <a:pt x="6976941" y="24077"/>
                </a:lnTo>
                <a:lnTo>
                  <a:pt x="7021034" y="42341"/>
                </a:lnTo>
                <a:lnTo>
                  <a:pt x="7062880" y="65435"/>
                </a:lnTo>
                <a:lnTo>
                  <a:pt x="7102062" y="93185"/>
                </a:lnTo>
                <a:lnTo>
                  <a:pt x="7138160" y="125417"/>
                </a:lnTo>
                <a:lnTo>
                  <a:pt x="7170392" y="161515"/>
                </a:lnTo>
                <a:lnTo>
                  <a:pt x="7198142" y="200696"/>
                </a:lnTo>
                <a:lnTo>
                  <a:pt x="7221236" y="242543"/>
                </a:lnTo>
                <a:lnTo>
                  <a:pt x="7239500" y="286637"/>
                </a:lnTo>
                <a:lnTo>
                  <a:pt x="7252761" y="332557"/>
                </a:lnTo>
                <a:lnTo>
                  <a:pt x="7260844" y="379885"/>
                </a:lnTo>
                <a:lnTo>
                  <a:pt x="7262699" y="412675"/>
                </a:lnTo>
                <a:lnTo>
                  <a:pt x="7262699" y="443727"/>
                </a:lnTo>
                <a:lnTo>
                  <a:pt x="7252761" y="523846"/>
                </a:lnTo>
                <a:lnTo>
                  <a:pt x="7239500" y="569766"/>
                </a:lnTo>
                <a:lnTo>
                  <a:pt x="7221236" y="613859"/>
                </a:lnTo>
                <a:lnTo>
                  <a:pt x="7198142" y="655706"/>
                </a:lnTo>
                <a:lnTo>
                  <a:pt x="7170392" y="694888"/>
                </a:lnTo>
                <a:lnTo>
                  <a:pt x="7138160" y="730985"/>
                </a:lnTo>
                <a:lnTo>
                  <a:pt x="7102062" y="763218"/>
                </a:lnTo>
                <a:lnTo>
                  <a:pt x="7062880" y="790968"/>
                </a:lnTo>
                <a:lnTo>
                  <a:pt x="7021034" y="814061"/>
                </a:lnTo>
                <a:lnTo>
                  <a:pt x="6976941" y="832325"/>
                </a:lnTo>
                <a:lnTo>
                  <a:pt x="6931021" y="845586"/>
                </a:lnTo>
                <a:lnTo>
                  <a:pt x="6883693" y="853670"/>
                </a:lnTo>
                <a:lnTo>
                  <a:pt x="6835376" y="856403"/>
                </a:lnTo>
                <a:close/>
              </a:path>
            </a:pathLst>
          </a:custGeom>
          <a:solidFill>
            <a:srgbClr val="D6AA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95722" y="6509467"/>
            <a:ext cx="7263130" cy="856615"/>
          </a:xfrm>
          <a:custGeom>
            <a:avLst/>
            <a:gdLst/>
            <a:ahLst/>
            <a:cxnLst/>
            <a:rect l="l" t="t" r="r" b="b"/>
            <a:pathLst>
              <a:path w="7263130" h="856615">
                <a:moveTo>
                  <a:pt x="6835376" y="856403"/>
                </a:moveTo>
                <a:lnTo>
                  <a:pt x="428201" y="856403"/>
                </a:lnTo>
                <a:lnTo>
                  <a:pt x="379885" y="853669"/>
                </a:lnTo>
                <a:lnTo>
                  <a:pt x="332557" y="845586"/>
                </a:lnTo>
                <a:lnTo>
                  <a:pt x="286637" y="832325"/>
                </a:lnTo>
                <a:lnTo>
                  <a:pt x="242544" y="814061"/>
                </a:lnTo>
                <a:lnTo>
                  <a:pt x="200697" y="790967"/>
                </a:lnTo>
                <a:lnTo>
                  <a:pt x="161515" y="763218"/>
                </a:lnTo>
                <a:lnTo>
                  <a:pt x="125417" y="730985"/>
                </a:lnTo>
                <a:lnTo>
                  <a:pt x="93185" y="694888"/>
                </a:lnTo>
                <a:lnTo>
                  <a:pt x="65435" y="655706"/>
                </a:lnTo>
                <a:lnTo>
                  <a:pt x="42341" y="613859"/>
                </a:lnTo>
                <a:lnTo>
                  <a:pt x="24077" y="569766"/>
                </a:lnTo>
                <a:lnTo>
                  <a:pt x="10817" y="523846"/>
                </a:lnTo>
                <a:lnTo>
                  <a:pt x="2733" y="476518"/>
                </a:lnTo>
                <a:lnTo>
                  <a:pt x="0" y="428201"/>
                </a:lnTo>
                <a:lnTo>
                  <a:pt x="2733" y="379884"/>
                </a:lnTo>
                <a:lnTo>
                  <a:pt x="10817" y="332557"/>
                </a:lnTo>
                <a:lnTo>
                  <a:pt x="24077" y="286636"/>
                </a:lnTo>
                <a:lnTo>
                  <a:pt x="42341" y="242543"/>
                </a:lnTo>
                <a:lnTo>
                  <a:pt x="65435" y="200696"/>
                </a:lnTo>
                <a:lnTo>
                  <a:pt x="93185" y="161514"/>
                </a:lnTo>
                <a:lnTo>
                  <a:pt x="125417" y="125417"/>
                </a:lnTo>
                <a:lnTo>
                  <a:pt x="161515" y="93185"/>
                </a:lnTo>
                <a:lnTo>
                  <a:pt x="200697" y="65435"/>
                </a:lnTo>
                <a:lnTo>
                  <a:pt x="242544" y="42341"/>
                </a:lnTo>
                <a:lnTo>
                  <a:pt x="286637" y="24077"/>
                </a:lnTo>
                <a:lnTo>
                  <a:pt x="332557" y="10816"/>
                </a:lnTo>
                <a:lnTo>
                  <a:pt x="379885" y="2733"/>
                </a:lnTo>
                <a:lnTo>
                  <a:pt x="428201" y="0"/>
                </a:lnTo>
                <a:lnTo>
                  <a:pt x="6835376" y="0"/>
                </a:lnTo>
                <a:lnTo>
                  <a:pt x="6883693" y="2733"/>
                </a:lnTo>
                <a:lnTo>
                  <a:pt x="6931021" y="10816"/>
                </a:lnTo>
                <a:lnTo>
                  <a:pt x="6976941" y="24077"/>
                </a:lnTo>
                <a:lnTo>
                  <a:pt x="7021034" y="42341"/>
                </a:lnTo>
                <a:lnTo>
                  <a:pt x="7062880" y="65435"/>
                </a:lnTo>
                <a:lnTo>
                  <a:pt x="7102062" y="93185"/>
                </a:lnTo>
                <a:lnTo>
                  <a:pt x="7138160" y="125417"/>
                </a:lnTo>
                <a:lnTo>
                  <a:pt x="7170392" y="161514"/>
                </a:lnTo>
                <a:lnTo>
                  <a:pt x="7198142" y="200696"/>
                </a:lnTo>
                <a:lnTo>
                  <a:pt x="7221236" y="242543"/>
                </a:lnTo>
                <a:lnTo>
                  <a:pt x="7239500" y="286636"/>
                </a:lnTo>
                <a:lnTo>
                  <a:pt x="7252761" y="332557"/>
                </a:lnTo>
                <a:lnTo>
                  <a:pt x="7260844" y="379884"/>
                </a:lnTo>
                <a:lnTo>
                  <a:pt x="7262699" y="412675"/>
                </a:lnTo>
                <a:lnTo>
                  <a:pt x="7262699" y="443727"/>
                </a:lnTo>
                <a:lnTo>
                  <a:pt x="7252761" y="523846"/>
                </a:lnTo>
                <a:lnTo>
                  <a:pt x="7239500" y="569766"/>
                </a:lnTo>
                <a:lnTo>
                  <a:pt x="7221236" y="613859"/>
                </a:lnTo>
                <a:lnTo>
                  <a:pt x="7198142" y="655706"/>
                </a:lnTo>
                <a:lnTo>
                  <a:pt x="7170392" y="694888"/>
                </a:lnTo>
                <a:lnTo>
                  <a:pt x="7138160" y="730985"/>
                </a:lnTo>
                <a:lnTo>
                  <a:pt x="7102062" y="763218"/>
                </a:lnTo>
                <a:lnTo>
                  <a:pt x="7062880" y="790967"/>
                </a:lnTo>
                <a:lnTo>
                  <a:pt x="7021034" y="814061"/>
                </a:lnTo>
                <a:lnTo>
                  <a:pt x="6976941" y="832325"/>
                </a:lnTo>
                <a:lnTo>
                  <a:pt x="6931021" y="845586"/>
                </a:lnTo>
                <a:lnTo>
                  <a:pt x="6883693" y="853669"/>
                </a:lnTo>
                <a:lnTo>
                  <a:pt x="6835376" y="856403"/>
                </a:lnTo>
                <a:close/>
              </a:path>
            </a:pathLst>
          </a:custGeom>
          <a:solidFill>
            <a:srgbClr val="D6AA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888021" y="4132875"/>
            <a:ext cx="34791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u="heavy" spc="-254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5"/>
              </a:rPr>
              <a:t>DEPLOYEMENT</a:t>
            </a:r>
            <a:r>
              <a:rPr sz="2700" u="heavy" spc="-22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5"/>
              </a:rPr>
              <a:t> </a:t>
            </a:r>
            <a:r>
              <a:rPr sz="2700" u="heavy" spc="-29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5"/>
              </a:rPr>
              <a:t>LINK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2532" y="6705988"/>
            <a:ext cx="22498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u="heavy" spc="-24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6"/>
              </a:rPr>
              <a:t>GITHUB</a:t>
            </a:r>
            <a:r>
              <a:rPr sz="2700" u="heavy" spc="-229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6"/>
              </a:rPr>
              <a:t> </a:t>
            </a:r>
            <a:r>
              <a:rPr sz="2700" u="heavy" spc="-29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6"/>
              </a:rPr>
              <a:t>LINK</a:t>
            </a:r>
            <a:endParaRPr sz="2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0"/>
            <a:ext cx="1823084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448" rIns="0" bIns="0" rtlCol="0">
            <a:spAutoFit/>
          </a:bodyPr>
          <a:lstStyle/>
          <a:p>
            <a:pPr marL="1569720">
              <a:lnSpc>
                <a:spcPct val="100000"/>
              </a:lnSpc>
              <a:spcBef>
                <a:spcPts val="120"/>
              </a:spcBef>
            </a:pPr>
            <a:r>
              <a:rPr sz="4150" u="heavy" spc="1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FEATURES</a:t>
            </a:r>
            <a:endParaRPr sz="4150"/>
          </a:p>
        </p:txBody>
      </p:sp>
      <p:grpSp>
        <p:nvGrpSpPr>
          <p:cNvPr id="4" name="object 4"/>
          <p:cNvGrpSpPr/>
          <p:nvPr/>
        </p:nvGrpSpPr>
        <p:grpSpPr>
          <a:xfrm>
            <a:off x="1771993" y="2078981"/>
            <a:ext cx="14339569" cy="7617459"/>
            <a:chOff x="1771993" y="2078981"/>
            <a:chExt cx="14339569" cy="7617459"/>
          </a:xfrm>
        </p:grpSpPr>
        <p:sp>
          <p:nvSpPr>
            <p:cNvPr id="5" name="object 5"/>
            <p:cNvSpPr/>
            <p:nvPr/>
          </p:nvSpPr>
          <p:spPr>
            <a:xfrm>
              <a:off x="3036251" y="2078981"/>
              <a:ext cx="2324100" cy="2683510"/>
            </a:xfrm>
            <a:custGeom>
              <a:avLst/>
              <a:gdLst/>
              <a:ahLst/>
              <a:cxnLst/>
              <a:rect l="l" t="t" r="r" b="b"/>
              <a:pathLst>
                <a:path w="2324100" h="2683510">
                  <a:moveTo>
                    <a:pt x="1161844" y="2683151"/>
                  </a:moveTo>
                  <a:lnTo>
                    <a:pt x="0" y="2012363"/>
                  </a:lnTo>
                  <a:lnTo>
                    <a:pt x="0" y="670787"/>
                  </a:lnTo>
                  <a:lnTo>
                    <a:pt x="1161844" y="0"/>
                  </a:lnTo>
                  <a:lnTo>
                    <a:pt x="2323688" y="670787"/>
                  </a:lnTo>
                  <a:lnTo>
                    <a:pt x="2323688" y="2012363"/>
                  </a:lnTo>
                  <a:lnTo>
                    <a:pt x="1161844" y="2683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71993" y="4257098"/>
              <a:ext cx="2324100" cy="2683510"/>
            </a:xfrm>
            <a:custGeom>
              <a:avLst/>
              <a:gdLst/>
              <a:ahLst/>
              <a:cxnLst/>
              <a:rect l="l" t="t" r="r" b="b"/>
              <a:pathLst>
                <a:path w="2324100" h="2683509">
                  <a:moveTo>
                    <a:pt x="1161844" y="2683151"/>
                  </a:moveTo>
                  <a:lnTo>
                    <a:pt x="0" y="2012363"/>
                  </a:lnTo>
                  <a:lnTo>
                    <a:pt x="0" y="670787"/>
                  </a:lnTo>
                  <a:lnTo>
                    <a:pt x="1161844" y="0"/>
                  </a:lnTo>
                  <a:lnTo>
                    <a:pt x="2323688" y="670787"/>
                  </a:lnTo>
                  <a:lnTo>
                    <a:pt x="2323688" y="2012363"/>
                  </a:lnTo>
                  <a:lnTo>
                    <a:pt x="1161844" y="2683151"/>
                  </a:lnTo>
                  <a:close/>
                </a:path>
              </a:pathLst>
            </a:custGeom>
            <a:solidFill>
              <a:srgbClr val="D6AA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0418" y="4262930"/>
              <a:ext cx="2324100" cy="2683510"/>
            </a:xfrm>
            <a:custGeom>
              <a:avLst/>
              <a:gdLst/>
              <a:ahLst/>
              <a:cxnLst/>
              <a:rect l="l" t="t" r="r" b="b"/>
              <a:pathLst>
                <a:path w="2324100" h="2683509">
                  <a:moveTo>
                    <a:pt x="1161844" y="2683151"/>
                  </a:moveTo>
                  <a:lnTo>
                    <a:pt x="0" y="2012363"/>
                  </a:lnTo>
                  <a:lnTo>
                    <a:pt x="0" y="670787"/>
                  </a:lnTo>
                  <a:lnTo>
                    <a:pt x="1161844" y="0"/>
                  </a:lnTo>
                  <a:lnTo>
                    <a:pt x="2323688" y="670787"/>
                  </a:lnTo>
                  <a:lnTo>
                    <a:pt x="2323688" y="2012363"/>
                  </a:lnTo>
                  <a:lnTo>
                    <a:pt x="1161844" y="2683151"/>
                  </a:lnTo>
                  <a:close/>
                </a:path>
              </a:pathLst>
            </a:custGeom>
            <a:solidFill>
              <a:srgbClr val="0037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33522" y="4828982"/>
              <a:ext cx="2324100" cy="2683510"/>
            </a:xfrm>
            <a:custGeom>
              <a:avLst/>
              <a:gdLst/>
              <a:ahLst/>
              <a:cxnLst/>
              <a:rect l="l" t="t" r="r" b="b"/>
              <a:pathLst>
                <a:path w="2324100" h="2683509">
                  <a:moveTo>
                    <a:pt x="1161844" y="2683151"/>
                  </a:moveTo>
                  <a:lnTo>
                    <a:pt x="0" y="2012363"/>
                  </a:lnTo>
                  <a:lnTo>
                    <a:pt x="0" y="670787"/>
                  </a:lnTo>
                  <a:lnTo>
                    <a:pt x="1161844" y="0"/>
                  </a:lnTo>
                  <a:lnTo>
                    <a:pt x="2323688" y="670787"/>
                  </a:lnTo>
                  <a:lnTo>
                    <a:pt x="2323688" y="2012363"/>
                  </a:lnTo>
                  <a:lnTo>
                    <a:pt x="1161844" y="2683151"/>
                  </a:lnTo>
                  <a:close/>
                </a:path>
              </a:pathLst>
            </a:custGeom>
            <a:solidFill>
              <a:srgbClr val="D6AA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69265" y="7007099"/>
              <a:ext cx="2324100" cy="2683510"/>
            </a:xfrm>
            <a:custGeom>
              <a:avLst/>
              <a:gdLst/>
              <a:ahLst/>
              <a:cxnLst/>
              <a:rect l="l" t="t" r="r" b="b"/>
              <a:pathLst>
                <a:path w="2324100" h="2683509">
                  <a:moveTo>
                    <a:pt x="1161844" y="2683151"/>
                  </a:moveTo>
                  <a:lnTo>
                    <a:pt x="0" y="2012363"/>
                  </a:lnTo>
                  <a:lnTo>
                    <a:pt x="0" y="670787"/>
                  </a:lnTo>
                  <a:lnTo>
                    <a:pt x="1161844" y="0"/>
                  </a:lnTo>
                  <a:lnTo>
                    <a:pt x="2323688" y="670787"/>
                  </a:lnTo>
                  <a:lnTo>
                    <a:pt x="2323688" y="2012363"/>
                  </a:lnTo>
                  <a:lnTo>
                    <a:pt x="1161844" y="2683151"/>
                  </a:lnTo>
                  <a:close/>
                </a:path>
              </a:pathLst>
            </a:custGeom>
            <a:solidFill>
              <a:srgbClr val="0037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61313" y="3678160"/>
              <a:ext cx="8550275" cy="6018530"/>
            </a:xfrm>
            <a:custGeom>
              <a:avLst/>
              <a:gdLst/>
              <a:ahLst/>
              <a:cxnLst/>
              <a:rect l="l" t="t" r="r" b="b"/>
              <a:pathLst>
                <a:path w="8550275" h="6018530">
                  <a:moveTo>
                    <a:pt x="121361" y="34048"/>
                  </a:moveTo>
                  <a:lnTo>
                    <a:pt x="35052" y="0"/>
                  </a:lnTo>
                  <a:lnTo>
                    <a:pt x="0" y="88849"/>
                  </a:lnTo>
                  <a:lnTo>
                    <a:pt x="86309" y="122897"/>
                  </a:lnTo>
                  <a:lnTo>
                    <a:pt x="121361" y="34048"/>
                  </a:lnTo>
                  <a:close/>
                </a:path>
                <a:path w="8550275" h="6018530">
                  <a:moveTo>
                    <a:pt x="287858" y="301421"/>
                  </a:moveTo>
                  <a:lnTo>
                    <a:pt x="193052" y="264020"/>
                  </a:lnTo>
                  <a:lnTo>
                    <a:pt x="160502" y="346519"/>
                  </a:lnTo>
                  <a:lnTo>
                    <a:pt x="255320" y="383921"/>
                  </a:lnTo>
                  <a:lnTo>
                    <a:pt x="287858" y="301421"/>
                  </a:lnTo>
                  <a:close/>
                </a:path>
                <a:path w="8550275" h="6018530">
                  <a:moveTo>
                    <a:pt x="395820" y="135394"/>
                  </a:moveTo>
                  <a:lnTo>
                    <a:pt x="207518" y="61112"/>
                  </a:lnTo>
                  <a:lnTo>
                    <a:pt x="172478" y="149961"/>
                  </a:lnTo>
                  <a:lnTo>
                    <a:pt x="360768" y="224243"/>
                  </a:lnTo>
                  <a:lnTo>
                    <a:pt x="395820" y="135394"/>
                  </a:lnTo>
                  <a:close/>
                </a:path>
                <a:path w="8550275" h="6018530">
                  <a:moveTo>
                    <a:pt x="535432" y="399084"/>
                  </a:moveTo>
                  <a:lnTo>
                    <a:pt x="392518" y="342709"/>
                  </a:lnTo>
                  <a:lnTo>
                    <a:pt x="359968" y="425208"/>
                  </a:lnTo>
                  <a:lnTo>
                    <a:pt x="502894" y="481584"/>
                  </a:lnTo>
                  <a:lnTo>
                    <a:pt x="535432" y="399084"/>
                  </a:lnTo>
                  <a:close/>
                </a:path>
                <a:path w="8550275" h="6018530">
                  <a:moveTo>
                    <a:pt x="777608" y="696937"/>
                  </a:moveTo>
                  <a:lnTo>
                    <a:pt x="682790" y="659536"/>
                  </a:lnTo>
                  <a:lnTo>
                    <a:pt x="650240" y="742035"/>
                  </a:lnTo>
                  <a:lnTo>
                    <a:pt x="745058" y="779437"/>
                  </a:lnTo>
                  <a:lnTo>
                    <a:pt x="777608" y="696937"/>
                  </a:lnTo>
                  <a:close/>
                </a:path>
                <a:path w="8550275" h="6018530">
                  <a:moveTo>
                    <a:pt x="839419" y="136169"/>
                  </a:moveTo>
                  <a:lnTo>
                    <a:pt x="719150" y="88722"/>
                  </a:lnTo>
                  <a:lnTo>
                    <a:pt x="684098" y="177584"/>
                  </a:lnTo>
                  <a:lnTo>
                    <a:pt x="804367" y="225031"/>
                  </a:lnTo>
                  <a:lnTo>
                    <a:pt x="839419" y="136169"/>
                  </a:lnTo>
                  <a:close/>
                </a:path>
                <a:path w="8550275" h="6018530">
                  <a:moveTo>
                    <a:pt x="892835" y="340690"/>
                  </a:moveTo>
                  <a:lnTo>
                    <a:pt x="518477" y="193014"/>
                  </a:lnTo>
                  <a:lnTo>
                    <a:pt x="483425" y="281863"/>
                  </a:lnTo>
                  <a:lnTo>
                    <a:pt x="857783" y="429552"/>
                  </a:lnTo>
                  <a:lnTo>
                    <a:pt x="892835" y="340690"/>
                  </a:lnTo>
                  <a:close/>
                </a:path>
                <a:path w="8550275" h="6018530">
                  <a:moveTo>
                    <a:pt x="1010780" y="586600"/>
                  </a:moveTo>
                  <a:lnTo>
                    <a:pt x="606145" y="426974"/>
                  </a:lnTo>
                  <a:lnTo>
                    <a:pt x="573595" y="509485"/>
                  </a:lnTo>
                  <a:lnTo>
                    <a:pt x="978230" y="669099"/>
                  </a:lnTo>
                  <a:lnTo>
                    <a:pt x="1010780" y="586600"/>
                  </a:lnTo>
                  <a:close/>
                </a:path>
                <a:path w="8550275" h="6018530">
                  <a:moveTo>
                    <a:pt x="1289723" y="898956"/>
                  </a:moveTo>
                  <a:lnTo>
                    <a:pt x="900645" y="745477"/>
                  </a:lnTo>
                  <a:lnTo>
                    <a:pt x="868108" y="827976"/>
                  </a:lnTo>
                  <a:lnTo>
                    <a:pt x="1257173" y="981468"/>
                  </a:lnTo>
                  <a:lnTo>
                    <a:pt x="1289723" y="898956"/>
                  </a:lnTo>
                  <a:close/>
                </a:path>
                <a:path w="8550275" h="6018530">
                  <a:moveTo>
                    <a:pt x="1612163" y="245300"/>
                  </a:moveTo>
                  <a:lnTo>
                    <a:pt x="1356080" y="144272"/>
                  </a:lnTo>
                  <a:lnTo>
                    <a:pt x="1321028" y="233133"/>
                  </a:lnTo>
                  <a:lnTo>
                    <a:pt x="1577111" y="334149"/>
                  </a:lnTo>
                  <a:lnTo>
                    <a:pt x="1612163" y="245300"/>
                  </a:lnTo>
                  <a:close/>
                </a:path>
                <a:path w="8550275" h="6018530">
                  <a:moveTo>
                    <a:pt x="1637309" y="450926"/>
                  </a:moveTo>
                  <a:lnTo>
                    <a:pt x="924280" y="169646"/>
                  </a:lnTo>
                  <a:lnTo>
                    <a:pt x="889228" y="258508"/>
                  </a:lnTo>
                  <a:lnTo>
                    <a:pt x="1602244" y="539788"/>
                  </a:lnTo>
                  <a:lnTo>
                    <a:pt x="1637309" y="450926"/>
                  </a:lnTo>
                  <a:close/>
                </a:path>
                <a:path w="8550275" h="6018530">
                  <a:moveTo>
                    <a:pt x="1761972" y="882929"/>
                  </a:moveTo>
                  <a:lnTo>
                    <a:pt x="1145133" y="639597"/>
                  </a:lnTo>
                  <a:lnTo>
                    <a:pt x="1112596" y="722109"/>
                  </a:lnTo>
                  <a:lnTo>
                    <a:pt x="1729422" y="965441"/>
                  </a:lnTo>
                  <a:lnTo>
                    <a:pt x="1761972" y="882929"/>
                  </a:lnTo>
                  <a:close/>
                </a:path>
                <a:path w="8550275" h="6018530">
                  <a:moveTo>
                    <a:pt x="2018296" y="1186370"/>
                  </a:moveTo>
                  <a:lnTo>
                    <a:pt x="1405699" y="944714"/>
                  </a:lnTo>
                  <a:lnTo>
                    <a:pt x="1373162" y="1027214"/>
                  </a:lnTo>
                  <a:lnTo>
                    <a:pt x="1985746" y="1268869"/>
                  </a:lnTo>
                  <a:lnTo>
                    <a:pt x="2018296" y="1186370"/>
                  </a:lnTo>
                  <a:close/>
                </a:path>
                <a:path w="8550275" h="6018530">
                  <a:moveTo>
                    <a:pt x="2062035" y="422770"/>
                  </a:moveTo>
                  <a:lnTo>
                    <a:pt x="1684274" y="273748"/>
                  </a:lnTo>
                  <a:lnTo>
                    <a:pt x="1649222" y="362597"/>
                  </a:lnTo>
                  <a:lnTo>
                    <a:pt x="2026983" y="511619"/>
                  </a:lnTo>
                  <a:lnTo>
                    <a:pt x="2062035" y="422770"/>
                  </a:lnTo>
                  <a:close/>
                </a:path>
                <a:path w="8550275" h="6018530">
                  <a:moveTo>
                    <a:pt x="2476538" y="586282"/>
                  </a:moveTo>
                  <a:lnTo>
                    <a:pt x="2178012" y="468515"/>
                  </a:lnTo>
                  <a:lnTo>
                    <a:pt x="2142960" y="557377"/>
                  </a:lnTo>
                  <a:lnTo>
                    <a:pt x="2441486" y="675132"/>
                  </a:lnTo>
                  <a:lnTo>
                    <a:pt x="2476538" y="586282"/>
                  </a:lnTo>
                  <a:close/>
                </a:path>
                <a:path w="8550275" h="6018530">
                  <a:moveTo>
                    <a:pt x="4077258" y="1641157"/>
                  </a:moveTo>
                  <a:lnTo>
                    <a:pt x="3466795" y="551192"/>
                  </a:lnTo>
                  <a:lnTo>
                    <a:pt x="3311448" y="909878"/>
                  </a:lnTo>
                  <a:lnTo>
                    <a:pt x="2549614" y="613956"/>
                  </a:lnTo>
                  <a:lnTo>
                    <a:pt x="2514409" y="703910"/>
                  </a:lnTo>
                  <a:lnTo>
                    <a:pt x="2739694" y="792784"/>
                  </a:lnTo>
                  <a:lnTo>
                    <a:pt x="2751378" y="800341"/>
                  </a:lnTo>
                  <a:lnTo>
                    <a:pt x="2758986" y="811364"/>
                  </a:lnTo>
                  <a:lnTo>
                    <a:pt x="2761869" y="824420"/>
                  </a:lnTo>
                  <a:lnTo>
                    <a:pt x="2759430" y="838085"/>
                  </a:lnTo>
                  <a:lnTo>
                    <a:pt x="2752750" y="855002"/>
                  </a:lnTo>
                  <a:lnTo>
                    <a:pt x="2745206" y="866660"/>
                  </a:lnTo>
                  <a:lnTo>
                    <a:pt x="2734183" y="874229"/>
                  </a:lnTo>
                  <a:lnTo>
                    <a:pt x="2721102" y="877100"/>
                  </a:lnTo>
                  <a:lnTo>
                    <a:pt x="2707411" y="874636"/>
                  </a:lnTo>
                  <a:lnTo>
                    <a:pt x="2482316" y="785850"/>
                  </a:lnTo>
                  <a:lnTo>
                    <a:pt x="2481707" y="787387"/>
                  </a:lnTo>
                  <a:lnTo>
                    <a:pt x="1770710" y="506907"/>
                  </a:lnTo>
                  <a:lnTo>
                    <a:pt x="1735658" y="595757"/>
                  </a:lnTo>
                  <a:lnTo>
                    <a:pt x="2446896" y="876325"/>
                  </a:lnTo>
                  <a:lnTo>
                    <a:pt x="2446324" y="877785"/>
                  </a:lnTo>
                  <a:lnTo>
                    <a:pt x="2769209" y="1005154"/>
                  </a:lnTo>
                  <a:lnTo>
                    <a:pt x="2780893" y="1012710"/>
                  </a:lnTo>
                  <a:lnTo>
                    <a:pt x="2788501" y="1023734"/>
                  </a:lnTo>
                  <a:lnTo>
                    <a:pt x="2791383" y="1036789"/>
                  </a:lnTo>
                  <a:lnTo>
                    <a:pt x="2788932" y="1050467"/>
                  </a:lnTo>
                  <a:lnTo>
                    <a:pt x="2782252" y="1067396"/>
                  </a:lnTo>
                  <a:lnTo>
                    <a:pt x="2774708" y="1079055"/>
                  </a:lnTo>
                  <a:lnTo>
                    <a:pt x="2763685" y="1086624"/>
                  </a:lnTo>
                  <a:lnTo>
                    <a:pt x="2750604" y="1089494"/>
                  </a:lnTo>
                  <a:lnTo>
                    <a:pt x="2736913" y="1087043"/>
                  </a:lnTo>
                  <a:lnTo>
                    <a:pt x="2416530" y="960666"/>
                  </a:lnTo>
                  <a:lnTo>
                    <a:pt x="2416632" y="960424"/>
                  </a:lnTo>
                  <a:lnTo>
                    <a:pt x="1041361" y="417893"/>
                  </a:lnTo>
                  <a:lnTo>
                    <a:pt x="1011872" y="492633"/>
                  </a:lnTo>
                  <a:lnTo>
                    <a:pt x="2387142" y="1035164"/>
                  </a:lnTo>
                  <a:lnTo>
                    <a:pt x="2387396" y="1034516"/>
                  </a:lnTo>
                  <a:lnTo>
                    <a:pt x="2895828" y="1235087"/>
                  </a:lnTo>
                  <a:lnTo>
                    <a:pt x="2907512" y="1242631"/>
                  </a:lnTo>
                  <a:lnTo>
                    <a:pt x="2915107" y="1253667"/>
                  </a:lnTo>
                  <a:lnTo>
                    <a:pt x="2918002" y="1266723"/>
                  </a:lnTo>
                  <a:lnTo>
                    <a:pt x="2915551" y="1280388"/>
                  </a:lnTo>
                  <a:lnTo>
                    <a:pt x="2908871" y="1297330"/>
                  </a:lnTo>
                  <a:lnTo>
                    <a:pt x="2901327" y="1308989"/>
                  </a:lnTo>
                  <a:lnTo>
                    <a:pt x="2890304" y="1316558"/>
                  </a:lnTo>
                  <a:lnTo>
                    <a:pt x="2877223" y="1319428"/>
                  </a:lnTo>
                  <a:lnTo>
                    <a:pt x="2863532" y="1316964"/>
                  </a:lnTo>
                  <a:lnTo>
                    <a:pt x="2353208" y="1115656"/>
                  </a:lnTo>
                  <a:lnTo>
                    <a:pt x="2353030" y="1116101"/>
                  </a:lnTo>
                  <a:lnTo>
                    <a:pt x="1870887" y="925893"/>
                  </a:lnTo>
                  <a:lnTo>
                    <a:pt x="1838337" y="1008405"/>
                  </a:lnTo>
                  <a:lnTo>
                    <a:pt x="2320709" y="1198702"/>
                  </a:lnTo>
                  <a:lnTo>
                    <a:pt x="2320353" y="1199616"/>
                  </a:lnTo>
                  <a:lnTo>
                    <a:pt x="2498344" y="1269822"/>
                  </a:lnTo>
                  <a:lnTo>
                    <a:pt x="2510028" y="1277378"/>
                  </a:lnTo>
                  <a:lnTo>
                    <a:pt x="2517635" y="1288402"/>
                  </a:lnTo>
                  <a:lnTo>
                    <a:pt x="2520518" y="1301457"/>
                  </a:lnTo>
                  <a:lnTo>
                    <a:pt x="2518079" y="1315123"/>
                  </a:lnTo>
                  <a:lnTo>
                    <a:pt x="2511399" y="1332039"/>
                  </a:lnTo>
                  <a:lnTo>
                    <a:pt x="2503855" y="1343698"/>
                  </a:lnTo>
                  <a:lnTo>
                    <a:pt x="2492832" y="1351267"/>
                  </a:lnTo>
                  <a:lnTo>
                    <a:pt x="2479751" y="1354137"/>
                  </a:lnTo>
                  <a:lnTo>
                    <a:pt x="2466060" y="1351673"/>
                  </a:lnTo>
                  <a:lnTo>
                    <a:pt x="2288260" y="1281544"/>
                  </a:lnTo>
                  <a:lnTo>
                    <a:pt x="2288006" y="1282179"/>
                  </a:lnTo>
                  <a:lnTo>
                    <a:pt x="2093087" y="1205280"/>
                  </a:lnTo>
                  <a:lnTo>
                    <a:pt x="2056917" y="1296949"/>
                  </a:lnTo>
                  <a:lnTo>
                    <a:pt x="2252891" y="1374254"/>
                  </a:lnTo>
                  <a:lnTo>
                    <a:pt x="2253069" y="1373809"/>
                  </a:lnTo>
                  <a:lnTo>
                    <a:pt x="3003397" y="1679016"/>
                  </a:lnTo>
                  <a:lnTo>
                    <a:pt x="2838704" y="2084768"/>
                  </a:lnTo>
                  <a:lnTo>
                    <a:pt x="4077258" y="1641157"/>
                  </a:lnTo>
                  <a:close/>
                </a:path>
                <a:path w="8550275" h="6018530">
                  <a:moveTo>
                    <a:pt x="8550059" y="4005567"/>
                  </a:moveTo>
                  <a:lnTo>
                    <a:pt x="7388212" y="3334778"/>
                  </a:lnTo>
                  <a:lnTo>
                    <a:pt x="6226365" y="4005567"/>
                  </a:lnTo>
                  <a:lnTo>
                    <a:pt x="6226365" y="5347144"/>
                  </a:lnTo>
                  <a:lnTo>
                    <a:pt x="7388212" y="6017933"/>
                  </a:lnTo>
                  <a:lnTo>
                    <a:pt x="8550059" y="5347144"/>
                  </a:lnTo>
                  <a:lnTo>
                    <a:pt x="8550059" y="40055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62007" y="3848735"/>
            <a:ext cx="2594610" cy="661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b="1" u="heavy" spc="85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  <a:latin typeface="Tahoma"/>
                <a:cs typeface="Tahoma"/>
              </a:rPr>
              <a:t>NOVELTY</a:t>
            </a:r>
            <a:endParaRPr sz="41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4329" y="3114708"/>
            <a:ext cx="2161540" cy="3930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10235" marR="5080" indent="-598170">
              <a:lnSpc>
                <a:spcPts val="1430"/>
              </a:lnSpc>
              <a:spcBef>
                <a:spcPts val="180"/>
              </a:spcBef>
            </a:pPr>
            <a:r>
              <a:rPr sz="1200" b="1" spc="45" dirty="0">
                <a:solidFill>
                  <a:srgbClr val="FFFFFF"/>
                </a:solidFill>
                <a:latin typeface="Tahoma"/>
                <a:cs typeface="Tahoma"/>
              </a:rPr>
              <a:t>Community-</a:t>
            </a:r>
            <a:r>
              <a:rPr sz="1200" b="1" dirty="0">
                <a:solidFill>
                  <a:srgbClr val="FFFFFF"/>
                </a:solidFill>
                <a:latin typeface="Tahoma"/>
                <a:cs typeface="Tahoma"/>
              </a:rPr>
              <a:t>Driven</a:t>
            </a:r>
            <a:r>
              <a:rPr sz="1200" b="1" spc="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Voting </a:t>
            </a:r>
            <a:r>
              <a:rPr sz="1200" b="1" spc="45" dirty="0">
                <a:solidFill>
                  <a:srgbClr val="FFFFFF"/>
                </a:solidFill>
                <a:latin typeface="Tahoma"/>
                <a:cs typeface="Tahoma"/>
              </a:rPr>
              <a:t>Mechanism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8972" y="5299530"/>
            <a:ext cx="1690370" cy="427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1965" marR="5080" indent="-469900">
              <a:lnSpc>
                <a:spcPct val="101000"/>
              </a:lnSpc>
              <a:spcBef>
                <a:spcPts val="105"/>
              </a:spcBef>
            </a:pPr>
            <a:r>
              <a:rPr sz="1300" b="1" spc="20" dirty="0">
                <a:solidFill>
                  <a:srgbClr val="00376A"/>
                </a:solidFill>
                <a:latin typeface="Tahoma"/>
                <a:cs typeface="Tahoma"/>
              </a:rPr>
              <a:t>Personalized</a:t>
            </a:r>
            <a:r>
              <a:rPr sz="1300" b="1" spc="245" dirty="0">
                <a:solidFill>
                  <a:srgbClr val="00376A"/>
                </a:solidFill>
                <a:latin typeface="Tahoma"/>
                <a:cs typeface="Tahoma"/>
              </a:rPr>
              <a:t> </a:t>
            </a:r>
            <a:r>
              <a:rPr sz="1300" b="1" spc="-20" dirty="0">
                <a:solidFill>
                  <a:srgbClr val="00376A"/>
                </a:solidFill>
                <a:latin typeface="Tahoma"/>
                <a:cs typeface="Tahoma"/>
              </a:rPr>
              <a:t>News </a:t>
            </a:r>
            <a:r>
              <a:rPr sz="1300" b="1" spc="-10" dirty="0">
                <a:solidFill>
                  <a:srgbClr val="00376A"/>
                </a:solidFill>
                <a:latin typeface="Tahoma"/>
                <a:cs typeface="Tahoma"/>
              </a:rPr>
              <a:t>Delivery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6586" y="5412306"/>
            <a:ext cx="192595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spc="60" dirty="0">
                <a:solidFill>
                  <a:srgbClr val="D6AA66"/>
                </a:solidFill>
                <a:latin typeface="Tahoma"/>
                <a:cs typeface="Tahoma"/>
              </a:rPr>
              <a:t>Custom</a:t>
            </a:r>
            <a:r>
              <a:rPr sz="1200" b="1" spc="25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1200" b="1" spc="65" dirty="0">
                <a:solidFill>
                  <a:srgbClr val="D6AA66"/>
                </a:solidFill>
                <a:latin typeface="Tahoma"/>
                <a:cs typeface="Tahoma"/>
              </a:rPr>
              <a:t>404</a:t>
            </a:r>
            <a:r>
              <a:rPr sz="1200" b="1" spc="30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D6AA66"/>
                </a:solidFill>
                <a:latin typeface="Tahoma"/>
                <a:cs typeface="Tahoma"/>
              </a:rPr>
              <a:t>Error</a:t>
            </a:r>
            <a:r>
              <a:rPr sz="1200" b="1" spc="30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D6AA66"/>
                </a:solidFill>
                <a:latin typeface="Tahoma"/>
                <a:cs typeface="Tahoma"/>
              </a:rPr>
              <a:t>Page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45697" y="8018613"/>
            <a:ext cx="1416050" cy="3930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69875" marR="5080" indent="-257810">
              <a:lnSpc>
                <a:spcPts val="1420"/>
              </a:lnSpc>
              <a:spcBef>
                <a:spcPts val="185"/>
              </a:spcBef>
            </a:pPr>
            <a:r>
              <a:rPr sz="1200" b="1" spc="60" dirty="0">
                <a:solidFill>
                  <a:srgbClr val="D6AA66"/>
                </a:solidFill>
                <a:latin typeface="Tahoma"/>
                <a:cs typeface="Tahoma"/>
              </a:rPr>
              <a:t>Dynamic</a:t>
            </a:r>
            <a:r>
              <a:rPr sz="1200" b="1" spc="-5" dirty="0">
                <a:solidFill>
                  <a:srgbClr val="D6AA66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D6AA66"/>
                </a:solidFill>
                <a:latin typeface="Tahoma"/>
                <a:cs typeface="Tahoma"/>
              </a:rPr>
              <a:t>Scoring Categories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45068" y="8018613"/>
            <a:ext cx="1598295" cy="3930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326390">
              <a:lnSpc>
                <a:spcPts val="1420"/>
              </a:lnSpc>
              <a:spcBef>
                <a:spcPts val="185"/>
              </a:spcBef>
            </a:pPr>
            <a:r>
              <a:rPr sz="1200" b="1" spc="45" dirty="0">
                <a:solidFill>
                  <a:srgbClr val="FFFFFF"/>
                </a:solidFill>
                <a:latin typeface="Tahoma"/>
                <a:cs typeface="Tahoma"/>
              </a:rPr>
              <a:t>Automated </a:t>
            </a:r>
            <a:r>
              <a:rPr sz="1200" b="1" spc="20" dirty="0">
                <a:solidFill>
                  <a:srgbClr val="FFFFFF"/>
                </a:solidFill>
                <a:latin typeface="Tahoma"/>
                <a:cs typeface="Tahoma"/>
              </a:rPr>
              <a:t>Personalized</a:t>
            </a:r>
            <a:r>
              <a:rPr sz="1200" b="1" spc="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35" dirty="0">
                <a:solidFill>
                  <a:srgbClr val="FFFFFF"/>
                </a:solidFill>
                <a:latin typeface="Tahoma"/>
                <a:cs typeface="Tahoma"/>
              </a:rPr>
              <a:t>Feeds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97235" y="5899605"/>
            <a:ext cx="1390015" cy="427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0" marR="5080" indent="-108585">
              <a:lnSpc>
                <a:spcPct val="101000"/>
              </a:lnSpc>
              <a:spcBef>
                <a:spcPts val="105"/>
              </a:spcBef>
            </a:pPr>
            <a:r>
              <a:rPr sz="1300" b="1" spc="50" dirty="0">
                <a:solidFill>
                  <a:srgbClr val="00376A"/>
                </a:solidFill>
                <a:latin typeface="Tahoma"/>
                <a:cs typeface="Tahoma"/>
              </a:rPr>
              <a:t>Gamification</a:t>
            </a:r>
            <a:r>
              <a:rPr sz="1300" b="1" spc="25" dirty="0">
                <a:solidFill>
                  <a:srgbClr val="00376A"/>
                </a:solidFill>
                <a:latin typeface="Tahoma"/>
                <a:cs typeface="Tahoma"/>
              </a:rPr>
              <a:t> </a:t>
            </a:r>
            <a:r>
              <a:rPr sz="1300" b="1" spc="-25" dirty="0">
                <a:solidFill>
                  <a:srgbClr val="00376A"/>
                </a:solidFill>
                <a:latin typeface="Tahoma"/>
                <a:cs typeface="Tahoma"/>
              </a:rPr>
              <a:t>of </a:t>
            </a:r>
            <a:r>
              <a:rPr sz="1300" b="1" spc="65" dirty="0">
                <a:solidFill>
                  <a:srgbClr val="00376A"/>
                </a:solidFill>
                <a:latin typeface="Tahoma"/>
                <a:cs typeface="Tahoma"/>
              </a:rPr>
              <a:t>Engagement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1754" y="4910492"/>
            <a:ext cx="4073525" cy="2108200"/>
          </a:xfrm>
          <a:custGeom>
            <a:avLst/>
            <a:gdLst/>
            <a:ahLst/>
            <a:cxnLst/>
            <a:rect l="l" t="t" r="r" b="b"/>
            <a:pathLst>
              <a:path w="4073525" h="2108200">
                <a:moveTo>
                  <a:pt x="2187321" y="819480"/>
                </a:moveTo>
                <a:lnTo>
                  <a:pt x="1888782" y="701713"/>
                </a:lnTo>
                <a:lnTo>
                  <a:pt x="1853730" y="790575"/>
                </a:lnTo>
                <a:lnTo>
                  <a:pt x="2152269" y="908342"/>
                </a:lnTo>
                <a:lnTo>
                  <a:pt x="2187321" y="819480"/>
                </a:lnTo>
                <a:close/>
              </a:path>
              <a:path w="4073525" h="2108200">
                <a:moveTo>
                  <a:pt x="2426512" y="1694700"/>
                </a:moveTo>
                <a:lnTo>
                  <a:pt x="1813928" y="1453045"/>
                </a:lnTo>
                <a:lnTo>
                  <a:pt x="1781378" y="1535544"/>
                </a:lnTo>
                <a:lnTo>
                  <a:pt x="2393962" y="1777199"/>
                </a:lnTo>
                <a:lnTo>
                  <a:pt x="2426512" y="1694700"/>
                </a:lnTo>
                <a:close/>
              </a:path>
              <a:path w="4073525" h="2108200">
                <a:moveTo>
                  <a:pt x="2681046" y="1014247"/>
                </a:moveTo>
                <a:lnTo>
                  <a:pt x="2303297" y="865238"/>
                </a:lnTo>
                <a:lnTo>
                  <a:pt x="2268245" y="954087"/>
                </a:lnTo>
                <a:lnTo>
                  <a:pt x="2645994" y="1103109"/>
                </a:lnTo>
                <a:lnTo>
                  <a:pt x="2681046" y="1014247"/>
                </a:lnTo>
                <a:close/>
              </a:path>
              <a:path w="4073525" h="2108200">
                <a:moveTo>
                  <a:pt x="2825204" y="1649653"/>
                </a:moveTo>
                <a:lnTo>
                  <a:pt x="2208365" y="1406321"/>
                </a:lnTo>
                <a:lnTo>
                  <a:pt x="2175827" y="1488833"/>
                </a:lnTo>
                <a:lnTo>
                  <a:pt x="2792653" y="1732165"/>
                </a:lnTo>
                <a:lnTo>
                  <a:pt x="2825204" y="1649653"/>
                </a:lnTo>
                <a:close/>
              </a:path>
              <a:path w="4073525" h="2108200">
                <a:moveTo>
                  <a:pt x="2931566" y="1893938"/>
                </a:moveTo>
                <a:lnTo>
                  <a:pt x="2542489" y="1740446"/>
                </a:lnTo>
                <a:lnTo>
                  <a:pt x="2509939" y="1822958"/>
                </a:lnTo>
                <a:lnTo>
                  <a:pt x="2899016" y="1976437"/>
                </a:lnTo>
                <a:lnTo>
                  <a:pt x="2931566" y="1893938"/>
                </a:lnTo>
                <a:close/>
              </a:path>
              <a:path w="4073525" h="2108200">
                <a:moveTo>
                  <a:pt x="3009252" y="1143723"/>
                </a:moveTo>
                <a:lnTo>
                  <a:pt x="2753169" y="1042695"/>
                </a:lnTo>
                <a:lnTo>
                  <a:pt x="2718117" y="1131557"/>
                </a:lnTo>
                <a:lnTo>
                  <a:pt x="2974200" y="1232573"/>
                </a:lnTo>
                <a:lnTo>
                  <a:pt x="3009252" y="1143723"/>
                </a:lnTo>
                <a:close/>
              </a:path>
              <a:path w="4073525" h="2108200">
                <a:moveTo>
                  <a:pt x="3052394" y="1558518"/>
                </a:moveTo>
                <a:lnTo>
                  <a:pt x="1677136" y="1016000"/>
                </a:lnTo>
                <a:lnTo>
                  <a:pt x="1677035" y="1016241"/>
                </a:lnTo>
                <a:lnTo>
                  <a:pt x="1356664" y="889838"/>
                </a:lnTo>
                <a:lnTo>
                  <a:pt x="1344980" y="882294"/>
                </a:lnTo>
                <a:lnTo>
                  <a:pt x="1337386" y="871270"/>
                </a:lnTo>
                <a:lnTo>
                  <a:pt x="1334490" y="858202"/>
                </a:lnTo>
                <a:lnTo>
                  <a:pt x="1336941" y="844537"/>
                </a:lnTo>
                <a:lnTo>
                  <a:pt x="1343621" y="827608"/>
                </a:lnTo>
                <a:lnTo>
                  <a:pt x="1351165" y="815949"/>
                </a:lnTo>
                <a:lnTo>
                  <a:pt x="1362189" y="808367"/>
                </a:lnTo>
                <a:lnTo>
                  <a:pt x="1375270" y="805497"/>
                </a:lnTo>
                <a:lnTo>
                  <a:pt x="1388960" y="807961"/>
                </a:lnTo>
                <a:lnTo>
                  <a:pt x="1711845" y="935329"/>
                </a:lnTo>
                <a:lnTo>
                  <a:pt x="1712417" y="933881"/>
                </a:lnTo>
                <a:lnTo>
                  <a:pt x="2423655" y="1214450"/>
                </a:lnTo>
                <a:lnTo>
                  <a:pt x="2458707" y="1125601"/>
                </a:lnTo>
                <a:lnTo>
                  <a:pt x="1747697" y="845134"/>
                </a:lnTo>
                <a:lnTo>
                  <a:pt x="1748320" y="843584"/>
                </a:lnTo>
                <a:lnTo>
                  <a:pt x="1523225" y="754799"/>
                </a:lnTo>
                <a:lnTo>
                  <a:pt x="1511541" y="747242"/>
                </a:lnTo>
                <a:lnTo>
                  <a:pt x="1503946" y="736219"/>
                </a:lnTo>
                <a:lnTo>
                  <a:pt x="1501051" y="723150"/>
                </a:lnTo>
                <a:lnTo>
                  <a:pt x="1503502" y="709485"/>
                </a:lnTo>
                <a:lnTo>
                  <a:pt x="1510169" y="692569"/>
                </a:lnTo>
                <a:lnTo>
                  <a:pt x="1517713" y="680910"/>
                </a:lnTo>
                <a:lnTo>
                  <a:pt x="1528749" y="673341"/>
                </a:lnTo>
                <a:lnTo>
                  <a:pt x="1541830" y="670483"/>
                </a:lnTo>
                <a:lnTo>
                  <a:pt x="1555521" y="672947"/>
                </a:lnTo>
                <a:lnTo>
                  <a:pt x="1780806" y="761822"/>
                </a:lnTo>
                <a:lnTo>
                  <a:pt x="1816506" y="672045"/>
                </a:lnTo>
                <a:lnTo>
                  <a:pt x="1057821" y="368147"/>
                </a:lnTo>
                <a:lnTo>
                  <a:pt x="1189189" y="0"/>
                </a:lnTo>
                <a:lnTo>
                  <a:pt x="990" y="379031"/>
                </a:lnTo>
                <a:lnTo>
                  <a:pt x="0" y="381520"/>
                </a:lnTo>
                <a:lnTo>
                  <a:pt x="601103" y="1549361"/>
                </a:lnTo>
                <a:lnTo>
                  <a:pt x="757783" y="1140447"/>
                </a:lnTo>
                <a:lnTo>
                  <a:pt x="1514411" y="1429702"/>
                </a:lnTo>
                <a:lnTo>
                  <a:pt x="1514233" y="1430159"/>
                </a:lnTo>
                <a:lnTo>
                  <a:pt x="1710194" y="1507464"/>
                </a:lnTo>
                <a:lnTo>
                  <a:pt x="1746364" y="1415796"/>
                </a:lnTo>
                <a:lnTo>
                  <a:pt x="1551432" y="1338910"/>
                </a:lnTo>
                <a:lnTo>
                  <a:pt x="1551686" y="1338262"/>
                </a:lnTo>
                <a:lnTo>
                  <a:pt x="1373898" y="1268133"/>
                </a:lnTo>
                <a:lnTo>
                  <a:pt x="1362202" y="1260576"/>
                </a:lnTo>
                <a:lnTo>
                  <a:pt x="1354607" y="1249553"/>
                </a:lnTo>
                <a:lnTo>
                  <a:pt x="1351724" y="1236484"/>
                </a:lnTo>
                <a:lnTo>
                  <a:pt x="1354162" y="1222819"/>
                </a:lnTo>
                <a:lnTo>
                  <a:pt x="1360843" y="1205903"/>
                </a:lnTo>
                <a:lnTo>
                  <a:pt x="1368374" y="1194244"/>
                </a:lnTo>
                <a:lnTo>
                  <a:pt x="1379410" y="1186675"/>
                </a:lnTo>
                <a:lnTo>
                  <a:pt x="1392491" y="1183817"/>
                </a:lnTo>
                <a:lnTo>
                  <a:pt x="1406182" y="1186281"/>
                </a:lnTo>
                <a:lnTo>
                  <a:pt x="1584172" y="1256499"/>
                </a:lnTo>
                <a:lnTo>
                  <a:pt x="1584528" y="1255585"/>
                </a:lnTo>
                <a:lnTo>
                  <a:pt x="2066912" y="1445869"/>
                </a:lnTo>
                <a:lnTo>
                  <a:pt x="2099462" y="1363357"/>
                </a:lnTo>
                <a:lnTo>
                  <a:pt x="1617319" y="1173162"/>
                </a:lnTo>
                <a:lnTo>
                  <a:pt x="1617497" y="1172718"/>
                </a:lnTo>
                <a:lnTo>
                  <a:pt x="1107160" y="971397"/>
                </a:lnTo>
                <a:lnTo>
                  <a:pt x="1095476" y="963853"/>
                </a:lnTo>
                <a:lnTo>
                  <a:pt x="1087882" y="952830"/>
                </a:lnTo>
                <a:lnTo>
                  <a:pt x="1084999" y="939761"/>
                </a:lnTo>
                <a:lnTo>
                  <a:pt x="1087450" y="926096"/>
                </a:lnTo>
                <a:lnTo>
                  <a:pt x="1094130" y="909167"/>
                </a:lnTo>
                <a:lnTo>
                  <a:pt x="1101674" y="897509"/>
                </a:lnTo>
                <a:lnTo>
                  <a:pt x="1112697" y="889927"/>
                </a:lnTo>
                <a:lnTo>
                  <a:pt x="1125778" y="887056"/>
                </a:lnTo>
                <a:lnTo>
                  <a:pt x="1139469" y="889520"/>
                </a:lnTo>
                <a:lnTo>
                  <a:pt x="1647901" y="1090104"/>
                </a:lnTo>
                <a:lnTo>
                  <a:pt x="1647647" y="1090739"/>
                </a:lnTo>
                <a:lnTo>
                  <a:pt x="3022917" y="1633258"/>
                </a:lnTo>
                <a:lnTo>
                  <a:pt x="3052394" y="1558518"/>
                </a:lnTo>
                <a:close/>
              </a:path>
              <a:path w="4073525" h="2108200">
                <a:moveTo>
                  <a:pt x="3149422" y="1979879"/>
                </a:moveTo>
                <a:lnTo>
                  <a:pt x="3054604" y="1942477"/>
                </a:lnTo>
                <a:lnTo>
                  <a:pt x="3022066" y="2024976"/>
                </a:lnTo>
                <a:lnTo>
                  <a:pt x="3116872" y="2062378"/>
                </a:lnTo>
                <a:lnTo>
                  <a:pt x="3149422" y="1979879"/>
                </a:lnTo>
                <a:close/>
              </a:path>
              <a:path w="4073525" h="2108200">
                <a:moveTo>
                  <a:pt x="3307435" y="1457058"/>
                </a:moveTo>
                <a:lnTo>
                  <a:pt x="2594406" y="1175778"/>
                </a:lnTo>
                <a:lnTo>
                  <a:pt x="2559354" y="1264640"/>
                </a:lnTo>
                <a:lnTo>
                  <a:pt x="3272383" y="1545920"/>
                </a:lnTo>
                <a:lnTo>
                  <a:pt x="3307435" y="1457058"/>
                </a:lnTo>
                <a:close/>
              </a:path>
              <a:path w="4073525" h="2108200">
                <a:moveTo>
                  <a:pt x="3364204" y="1862289"/>
                </a:moveTo>
                <a:lnTo>
                  <a:pt x="2959570" y="1702663"/>
                </a:lnTo>
                <a:lnTo>
                  <a:pt x="2927019" y="1785162"/>
                </a:lnTo>
                <a:lnTo>
                  <a:pt x="3331654" y="1944789"/>
                </a:lnTo>
                <a:lnTo>
                  <a:pt x="3364204" y="1862289"/>
                </a:lnTo>
                <a:close/>
              </a:path>
              <a:path w="4073525" h="2108200">
                <a:moveTo>
                  <a:pt x="3512566" y="1537982"/>
                </a:moveTo>
                <a:lnTo>
                  <a:pt x="3392297" y="1490535"/>
                </a:lnTo>
                <a:lnTo>
                  <a:pt x="3357245" y="1579397"/>
                </a:lnTo>
                <a:lnTo>
                  <a:pt x="3477514" y="1626844"/>
                </a:lnTo>
                <a:lnTo>
                  <a:pt x="3512566" y="1537982"/>
                </a:lnTo>
                <a:close/>
              </a:path>
              <a:path w="4073525" h="2108200">
                <a:moveTo>
                  <a:pt x="3577818" y="1946554"/>
                </a:moveTo>
                <a:lnTo>
                  <a:pt x="3434905" y="1890179"/>
                </a:lnTo>
                <a:lnTo>
                  <a:pt x="3402355" y="1972678"/>
                </a:lnTo>
                <a:lnTo>
                  <a:pt x="3545281" y="2029053"/>
                </a:lnTo>
                <a:lnTo>
                  <a:pt x="3577818" y="1946554"/>
                </a:lnTo>
                <a:close/>
              </a:path>
              <a:path w="4073525" h="2108200">
                <a:moveTo>
                  <a:pt x="3587991" y="1751190"/>
                </a:moveTo>
                <a:lnTo>
                  <a:pt x="3213620" y="1603502"/>
                </a:lnTo>
                <a:lnTo>
                  <a:pt x="3178568" y="1692363"/>
                </a:lnTo>
                <a:lnTo>
                  <a:pt x="3552939" y="1840039"/>
                </a:lnTo>
                <a:lnTo>
                  <a:pt x="3587991" y="1751190"/>
                </a:lnTo>
                <a:close/>
              </a:path>
              <a:path w="4073525" h="2108200">
                <a:moveTo>
                  <a:pt x="3777297" y="2025243"/>
                </a:moveTo>
                <a:lnTo>
                  <a:pt x="3682479" y="1987842"/>
                </a:lnTo>
                <a:lnTo>
                  <a:pt x="3649929" y="2070341"/>
                </a:lnTo>
                <a:lnTo>
                  <a:pt x="3744747" y="2107742"/>
                </a:lnTo>
                <a:lnTo>
                  <a:pt x="3777297" y="2025243"/>
                </a:lnTo>
                <a:close/>
              </a:path>
              <a:path w="4073525" h="2108200">
                <a:moveTo>
                  <a:pt x="3905250" y="1867103"/>
                </a:moveTo>
                <a:lnTo>
                  <a:pt x="3716947" y="1792820"/>
                </a:lnTo>
                <a:lnTo>
                  <a:pt x="3681895" y="1881670"/>
                </a:lnTo>
                <a:lnTo>
                  <a:pt x="3870198" y="1955952"/>
                </a:lnTo>
                <a:lnTo>
                  <a:pt x="3905250" y="1867103"/>
                </a:lnTo>
                <a:close/>
              </a:path>
              <a:path w="4073525" h="2108200">
                <a:moveTo>
                  <a:pt x="4072991" y="1940204"/>
                </a:moveTo>
                <a:lnTo>
                  <a:pt x="3986682" y="1906155"/>
                </a:lnTo>
                <a:lnTo>
                  <a:pt x="3951630" y="1995004"/>
                </a:lnTo>
                <a:lnTo>
                  <a:pt x="4037939" y="2029053"/>
                </a:lnTo>
                <a:lnTo>
                  <a:pt x="4072991" y="1940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961" rIns="0" bIns="0" rtlCol="0">
            <a:spAutoFit/>
          </a:bodyPr>
          <a:lstStyle/>
          <a:p>
            <a:pPr marL="1969770">
              <a:lnSpc>
                <a:spcPct val="100000"/>
              </a:lnSpc>
              <a:spcBef>
                <a:spcPts val="120"/>
              </a:spcBef>
            </a:pPr>
            <a:r>
              <a:rPr sz="4150" u="heavy" spc="2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DRAW</a:t>
            </a:r>
            <a:r>
              <a:rPr sz="4150" u="heavy" spc="245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</a:rPr>
              <a:t>BACKS</a:t>
            </a:r>
            <a:endParaRPr sz="4150"/>
          </a:p>
        </p:txBody>
      </p:sp>
      <p:sp>
        <p:nvSpPr>
          <p:cNvPr id="4" name="object 4"/>
          <p:cNvSpPr txBox="1"/>
          <p:nvPr/>
        </p:nvSpPr>
        <p:spPr>
          <a:xfrm>
            <a:off x="11318118" y="4107723"/>
            <a:ext cx="4824095" cy="661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b="1" u="heavy" spc="180" dirty="0">
                <a:solidFill>
                  <a:srgbClr val="D6AA66"/>
                </a:solidFill>
                <a:uFill>
                  <a:solidFill>
                    <a:srgbClr val="D6AA66"/>
                  </a:solidFill>
                </a:uFill>
                <a:latin typeface="Tahoma"/>
                <a:cs typeface="Tahoma"/>
              </a:rPr>
              <a:t>SHOW</a:t>
            </a:r>
            <a:r>
              <a:rPr sz="4150" b="1" u="heavy" spc="1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STOPPERS</a:t>
            </a:r>
            <a:endParaRPr sz="41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834" y="1942654"/>
            <a:ext cx="3759199" cy="73151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488232" y="4414098"/>
            <a:ext cx="10111105" cy="4352290"/>
            <a:chOff x="7488232" y="4414098"/>
            <a:chExt cx="10111105" cy="43522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4637" y="5295899"/>
              <a:ext cx="2298466" cy="34701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44637" y="5295899"/>
              <a:ext cx="4733818" cy="34701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4637" y="5295899"/>
              <a:ext cx="4733818" cy="13609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14061" y="5800915"/>
              <a:ext cx="4975225" cy="2022475"/>
            </a:xfrm>
            <a:custGeom>
              <a:avLst/>
              <a:gdLst/>
              <a:ahLst/>
              <a:cxnLst/>
              <a:rect l="l" t="t" r="r" b="b"/>
              <a:pathLst>
                <a:path w="4975225" h="2022475">
                  <a:moveTo>
                    <a:pt x="4974907" y="1472501"/>
                  </a:moveTo>
                  <a:lnTo>
                    <a:pt x="4971173" y="1426413"/>
                  </a:lnTo>
                  <a:lnTo>
                    <a:pt x="4960366" y="1382661"/>
                  </a:lnTo>
                  <a:lnTo>
                    <a:pt x="4943081" y="1341843"/>
                  </a:lnTo>
                  <a:lnTo>
                    <a:pt x="4919891" y="1304556"/>
                  </a:lnTo>
                  <a:lnTo>
                    <a:pt x="4891405" y="1271384"/>
                  </a:lnTo>
                  <a:lnTo>
                    <a:pt x="4858207" y="1242923"/>
                  </a:lnTo>
                  <a:lnTo>
                    <a:pt x="4820882" y="1219746"/>
                  </a:lnTo>
                  <a:lnTo>
                    <a:pt x="4780038" y="1202474"/>
                  </a:lnTo>
                  <a:lnTo>
                    <a:pt x="4736249" y="1191666"/>
                  </a:lnTo>
                  <a:lnTo>
                    <a:pt x="4690110" y="1187932"/>
                  </a:lnTo>
                  <a:lnTo>
                    <a:pt x="2495562" y="1187932"/>
                  </a:lnTo>
                  <a:lnTo>
                    <a:pt x="2495562" y="0"/>
                  </a:lnTo>
                  <a:lnTo>
                    <a:pt x="2479395" y="0"/>
                  </a:lnTo>
                  <a:lnTo>
                    <a:pt x="2479395" y="1187932"/>
                  </a:lnTo>
                  <a:lnTo>
                    <a:pt x="284797" y="1187932"/>
                  </a:lnTo>
                  <a:lnTo>
                    <a:pt x="238658" y="1191666"/>
                  </a:lnTo>
                  <a:lnTo>
                    <a:pt x="194868" y="1202474"/>
                  </a:lnTo>
                  <a:lnTo>
                    <a:pt x="154025" y="1219746"/>
                  </a:lnTo>
                  <a:lnTo>
                    <a:pt x="116700" y="1242923"/>
                  </a:lnTo>
                  <a:lnTo>
                    <a:pt x="83502" y="1271384"/>
                  </a:lnTo>
                  <a:lnTo>
                    <a:pt x="55016" y="1304556"/>
                  </a:lnTo>
                  <a:lnTo>
                    <a:pt x="31838" y="1341843"/>
                  </a:lnTo>
                  <a:lnTo>
                    <a:pt x="14541" y="1382661"/>
                  </a:lnTo>
                  <a:lnTo>
                    <a:pt x="3733" y="1426413"/>
                  </a:lnTo>
                  <a:lnTo>
                    <a:pt x="0" y="1472501"/>
                  </a:lnTo>
                  <a:lnTo>
                    <a:pt x="0" y="2021967"/>
                  </a:lnTo>
                  <a:lnTo>
                    <a:pt x="16179" y="2021967"/>
                  </a:lnTo>
                  <a:lnTo>
                    <a:pt x="16192" y="1472501"/>
                  </a:lnTo>
                  <a:lnTo>
                    <a:pt x="20523" y="1424330"/>
                  </a:lnTo>
                  <a:lnTo>
                    <a:pt x="33020" y="1378966"/>
                  </a:lnTo>
                  <a:lnTo>
                    <a:pt x="52920" y="1337170"/>
                  </a:lnTo>
                  <a:lnTo>
                    <a:pt x="79451" y="1299718"/>
                  </a:lnTo>
                  <a:lnTo>
                    <a:pt x="111848" y="1267358"/>
                  </a:lnTo>
                  <a:lnTo>
                    <a:pt x="149339" y="1240866"/>
                  </a:lnTo>
                  <a:lnTo>
                    <a:pt x="191173" y="1221003"/>
                  </a:lnTo>
                  <a:lnTo>
                    <a:pt x="236588" y="1208519"/>
                  </a:lnTo>
                  <a:lnTo>
                    <a:pt x="284797" y="1204188"/>
                  </a:lnTo>
                  <a:lnTo>
                    <a:pt x="2479395" y="1204188"/>
                  </a:lnTo>
                  <a:lnTo>
                    <a:pt x="2479395" y="1810943"/>
                  </a:lnTo>
                  <a:lnTo>
                    <a:pt x="2495562" y="1810943"/>
                  </a:lnTo>
                  <a:lnTo>
                    <a:pt x="2495562" y="1204188"/>
                  </a:lnTo>
                  <a:lnTo>
                    <a:pt x="4690122" y="1204188"/>
                  </a:lnTo>
                  <a:lnTo>
                    <a:pt x="4738332" y="1208519"/>
                  </a:lnTo>
                  <a:lnTo>
                    <a:pt x="4783734" y="1221003"/>
                  </a:lnTo>
                  <a:lnTo>
                    <a:pt x="4825568" y="1240866"/>
                  </a:lnTo>
                  <a:lnTo>
                    <a:pt x="4863058" y="1267358"/>
                  </a:lnTo>
                  <a:lnTo>
                    <a:pt x="4895456" y="1299718"/>
                  </a:lnTo>
                  <a:lnTo>
                    <a:pt x="4921986" y="1337170"/>
                  </a:lnTo>
                  <a:lnTo>
                    <a:pt x="4941887" y="1378966"/>
                  </a:lnTo>
                  <a:lnTo>
                    <a:pt x="4954384" y="1424330"/>
                  </a:lnTo>
                  <a:lnTo>
                    <a:pt x="4958727" y="1472501"/>
                  </a:lnTo>
                  <a:lnTo>
                    <a:pt x="4958727" y="1906219"/>
                  </a:lnTo>
                  <a:lnTo>
                    <a:pt x="4974907" y="1906219"/>
                  </a:lnTo>
                  <a:lnTo>
                    <a:pt x="4974907" y="1472501"/>
                  </a:lnTo>
                  <a:close/>
                </a:path>
              </a:pathLst>
            </a:custGeom>
            <a:solidFill>
              <a:srgbClr val="413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44637" y="5295899"/>
              <a:ext cx="7254514" cy="34701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925178" y="5371964"/>
              <a:ext cx="2154555" cy="1098550"/>
            </a:xfrm>
            <a:custGeom>
              <a:avLst/>
              <a:gdLst/>
              <a:ahLst/>
              <a:cxnLst/>
              <a:rect l="l" t="t" r="r" b="b"/>
              <a:pathLst>
                <a:path w="2154555" h="1098550">
                  <a:moveTo>
                    <a:pt x="1803737" y="1097945"/>
                  </a:moveTo>
                  <a:lnTo>
                    <a:pt x="315962" y="1096260"/>
                  </a:lnTo>
                  <a:lnTo>
                    <a:pt x="248611" y="1082876"/>
                  </a:lnTo>
                  <a:lnTo>
                    <a:pt x="185168" y="1056622"/>
                  </a:lnTo>
                  <a:lnTo>
                    <a:pt x="128071" y="1018507"/>
                  </a:lnTo>
                  <a:lnTo>
                    <a:pt x="79514" y="969996"/>
                  </a:lnTo>
                  <a:lnTo>
                    <a:pt x="41362" y="912954"/>
                  </a:lnTo>
                  <a:lnTo>
                    <a:pt x="15083" y="849571"/>
                  </a:lnTo>
                  <a:lnTo>
                    <a:pt x="1686" y="782285"/>
                  </a:lnTo>
                  <a:lnTo>
                    <a:pt x="0" y="747983"/>
                  </a:lnTo>
                  <a:lnTo>
                    <a:pt x="1686" y="315660"/>
                  </a:lnTo>
                  <a:lnTo>
                    <a:pt x="15083" y="248373"/>
                  </a:lnTo>
                  <a:lnTo>
                    <a:pt x="41363" y="184991"/>
                  </a:lnTo>
                  <a:lnTo>
                    <a:pt x="79514" y="127948"/>
                  </a:lnTo>
                  <a:lnTo>
                    <a:pt x="128071" y="79437"/>
                  </a:lnTo>
                  <a:lnTo>
                    <a:pt x="185168" y="41323"/>
                  </a:lnTo>
                  <a:lnTo>
                    <a:pt x="248611" y="15069"/>
                  </a:lnTo>
                  <a:lnTo>
                    <a:pt x="315962" y="1685"/>
                  </a:lnTo>
                  <a:lnTo>
                    <a:pt x="350297" y="0"/>
                  </a:lnTo>
                  <a:lnTo>
                    <a:pt x="1838073" y="1685"/>
                  </a:lnTo>
                  <a:lnTo>
                    <a:pt x="1905423" y="15069"/>
                  </a:lnTo>
                  <a:lnTo>
                    <a:pt x="1968866" y="41323"/>
                  </a:lnTo>
                  <a:lnTo>
                    <a:pt x="2025964" y="79437"/>
                  </a:lnTo>
                  <a:lnTo>
                    <a:pt x="2074521" y="127948"/>
                  </a:lnTo>
                  <a:lnTo>
                    <a:pt x="2112673" y="184991"/>
                  </a:lnTo>
                  <a:lnTo>
                    <a:pt x="2138951" y="248373"/>
                  </a:lnTo>
                  <a:lnTo>
                    <a:pt x="2152349" y="315660"/>
                  </a:lnTo>
                  <a:lnTo>
                    <a:pt x="2154035" y="349962"/>
                  </a:lnTo>
                  <a:lnTo>
                    <a:pt x="2152349" y="782285"/>
                  </a:lnTo>
                  <a:lnTo>
                    <a:pt x="2138952" y="849571"/>
                  </a:lnTo>
                  <a:lnTo>
                    <a:pt x="2112672" y="912954"/>
                  </a:lnTo>
                  <a:lnTo>
                    <a:pt x="2074521" y="969996"/>
                  </a:lnTo>
                  <a:lnTo>
                    <a:pt x="2025963" y="1018507"/>
                  </a:lnTo>
                  <a:lnTo>
                    <a:pt x="1968866" y="1056622"/>
                  </a:lnTo>
                  <a:lnTo>
                    <a:pt x="1905423" y="1082876"/>
                  </a:lnTo>
                  <a:lnTo>
                    <a:pt x="1838073" y="1096260"/>
                  </a:lnTo>
                  <a:lnTo>
                    <a:pt x="1803737" y="1097945"/>
                  </a:lnTo>
                  <a:close/>
                </a:path>
              </a:pathLst>
            </a:custGeom>
            <a:solidFill>
              <a:srgbClr val="FBD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47470" y="5496574"/>
              <a:ext cx="1910080" cy="844550"/>
            </a:xfrm>
            <a:custGeom>
              <a:avLst/>
              <a:gdLst/>
              <a:ahLst/>
              <a:cxnLst/>
              <a:rect l="l" t="t" r="r" b="b"/>
              <a:pathLst>
                <a:path w="1910080" h="844550">
                  <a:moveTo>
                    <a:pt x="1667146" y="844261"/>
                  </a:moveTo>
                  <a:lnTo>
                    <a:pt x="217864" y="842252"/>
                  </a:lnTo>
                  <a:lnTo>
                    <a:pt x="162279" y="828341"/>
                  </a:lnTo>
                  <a:lnTo>
                    <a:pt x="118195" y="806623"/>
                  </a:lnTo>
                  <a:lnTo>
                    <a:pt x="79201" y="776731"/>
                  </a:lnTo>
                  <a:lnTo>
                    <a:pt x="46792" y="739813"/>
                  </a:lnTo>
                  <a:lnTo>
                    <a:pt x="22215" y="697287"/>
                  </a:lnTo>
                  <a:lnTo>
                    <a:pt x="6416" y="650789"/>
                  </a:lnTo>
                  <a:lnTo>
                    <a:pt x="0" y="602104"/>
                  </a:lnTo>
                  <a:lnTo>
                    <a:pt x="2011" y="217656"/>
                  </a:lnTo>
                  <a:lnTo>
                    <a:pt x="15934" y="162124"/>
                  </a:lnTo>
                  <a:lnTo>
                    <a:pt x="37672" y="118083"/>
                  </a:lnTo>
                  <a:lnTo>
                    <a:pt x="67593" y="79125"/>
                  </a:lnTo>
                  <a:lnTo>
                    <a:pt x="104547" y="46747"/>
                  </a:lnTo>
                  <a:lnTo>
                    <a:pt x="147113" y="22195"/>
                  </a:lnTo>
                  <a:lnTo>
                    <a:pt x="193656" y="6410"/>
                  </a:lnTo>
                  <a:lnTo>
                    <a:pt x="242388" y="0"/>
                  </a:lnTo>
                  <a:lnTo>
                    <a:pt x="250595" y="0"/>
                  </a:lnTo>
                  <a:lnTo>
                    <a:pt x="1691668" y="2009"/>
                  </a:lnTo>
                  <a:lnTo>
                    <a:pt x="1747254" y="15919"/>
                  </a:lnTo>
                  <a:lnTo>
                    <a:pt x="1791337" y="37637"/>
                  </a:lnTo>
                  <a:lnTo>
                    <a:pt x="1830332" y="67529"/>
                  </a:lnTo>
                  <a:lnTo>
                    <a:pt x="1862740" y="104448"/>
                  </a:lnTo>
                  <a:lnTo>
                    <a:pt x="1887317" y="146973"/>
                  </a:lnTo>
                  <a:lnTo>
                    <a:pt x="1903117" y="193471"/>
                  </a:lnTo>
                  <a:lnTo>
                    <a:pt x="1909534" y="242156"/>
                  </a:lnTo>
                  <a:lnTo>
                    <a:pt x="1907523" y="626604"/>
                  </a:lnTo>
                  <a:lnTo>
                    <a:pt x="1893598" y="682136"/>
                  </a:lnTo>
                  <a:lnTo>
                    <a:pt x="1871860" y="726178"/>
                  </a:lnTo>
                  <a:lnTo>
                    <a:pt x="1841939" y="765135"/>
                  </a:lnTo>
                  <a:lnTo>
                    <a:pt x="1804985" y="797513"/>
                  </a:lnTo>
                  <a:lnTo>
                    <a:pt x="1762419" y="822066"/>
                  </a:lnTo>
                  <a:lnTo>
                    <a:pt x="1715876" y="837851"/>
                  </a:lnTo>
                  <a:lnTo>
                    <a:pt x="1667146" y="844261"/>
                  </a:lnTo>
                  <a:close/>
                </a:path>
              </a:pathLst>
            </a:custGeom>
            <a:solidFill>
              <a:srgbClr val="FBC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25178" y="7450146"/>
              <a:ext cx="2154555" cy="1098550"/>
            </a:xfrm>
            <a:custGeom>
              <a:avLst/>
              <a:gdLst/>
              <a:ahLst/>
              <a:cxnLst/>
              <a:rect l="l" t="t" r="r" b="b"/>
              <a:pathLst>
                <a:path w="2154555" h="1098550">
                  <a:moveTo>
                    <a:pt x="1803737" y="1097945"/>
                  </a:moveTo>
                  <a:lnTo>
                    <a:pt x="315962" y="1096260"/>
                  </a:lnTo>
                  <a:lnTo>
                    <a:pt x="248611" y="1082876"/>
                  </a:lnTo>
                  <a:lnTo>
                    <a:pt x="185168" y="1056622"/>
                  </a:lnTo>
                  <a:lnTo>
                    <a:pt x="128071" y="1018507"/>
                  </a:lnTo>
                  <a:lnTo>
                    <a:pt x="79514" y="969996"/>
                  </a:lnTo>
                  <a:lnTo>
                    <a:pt x="41362" y="912953"/>
                  </a:lnTo>
                  <a:lnTo>
                    <a:pt x="15083" y="849571"/>
                  </a:lnTo>
                  <a:lnTo>
                    <a:pt x="1686" y="782285"/>
                  </a:lnTo>
                  <a:lnTo>
                    <a:pt x="0" y="747982"/>
                  </a:lnTo>
                  <a:lnTo>
                    <a:pt x="1686" y="315660"/>
                  </a:lnTo>
                  <a:lnTo>
                    <a:pt x="15083" y="248373"/>
                  </a:lnTo>
                  <a:lnTo>
                    <a:pt x="41363" y="184991"/>
                  </a:lnTo>
                  <a:lnTo>
                    <a:pt x="79514" y="127948"/>
                  </a:lnTo>
                  <a:lnTo>
                    <a:pt x="128071" y="79437"/>
                  </a:lnTo>
                  <a:lnTo>
                    <a:pt x="185168" y="41323"/>
                  </a:lnTo>
                  <a:lnTo>
                    <a:pt x="248611" y="15069"/>
                  </a:lnTo>
                  <a:lnTo>
                    <a:pt x="315962" y="1685"/>
                  </a:lnTo>
                  <a:lnTo>
                    <a:pt x="350297" y="0"/>
                  </a:lnTo>
                  <a:lnTo>
                    <a:pt x="1838073" y="1685"/>
                  </a:lnTo>
                  <a:lnTo>
                    <a:pt x="1905423" y="15069"/>
                  </a:lnTo>
                  <a:lnTo>
                    <a:pt x="1968866" y="41323"/>
                  </a:lnTo>
                  <a:lnTo>
                    <a:pt x="2025964" y="79437"/>
                  </a:lnTo>
                  <a:lnTo>
                    <a:pt x="2074521" y="127948"/>
                  </a:lnTo>
                  <a:lnTo>
                    <a:pt x="2112673" y="184991"/>
                  </a:lnTo>
                  <a:lnTo>
                    <a:pt x="2138951" y="248373"/>
                  </a:lnTo>
                  <a:lnTo>
                    <a:pt x="2152349" y="315660"/>
                  </a:lnTo>
                  <a:lnTo>
                    <a:pt x="2154035" y="349962"/>
                  </a:lnTo>
                  <a:lnTo>
                    <a:pt x="2152349" y="782285"/>
                  </a:lnTo>
                  <a:lnTo>
                    <a:pt x="2138952" y="849571"/>
                  </a:lnTo>
                  <a:lnTo>
                    <a:pt x="2112672" y="912953"/>
                  </a:lnTo>
                  <a:lnTo>
                    <a:pt x="2074521" y="969996"/>
                  </a:lnTo>
                  <a:lnTo>
                    <a:pt x="2025963" y="1018507"/>
                  </a:lnTo>
                  <a:lnTo>
                    <a:pt x="1968866" y="1056622"/>
                  </a:lnTo>
                  <a:lnTo>
                    <a:pt x="1905423" y="1082876"/>
                  </a:lnTo>
                  <a:lnTo>
                    <a:pt x="1838073" y="1096260"/>
                  </a:lnTo>
                  <a:lnTo>
                    <a:pt x="1803737" y="1097945"/>
                  </a:lnTo>
                  <a:close/>
                </a:path>
              </a:pathLst>
            </a:custGeom>
            <a:solidFill>
              <a:srgbClr val="FBD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47470" y="7574755"/>
              <a:ext cx="1910080" cy="844550"/>
            </a:xfrm>
            <a:custGeom>
              <a:avLst/>
              <a:gdLst/>
              <a:ahLst/>
              <a:cxnLst/>
              <a:rect l="l" t="t" r="r" b="b"/>
              <a:pathLst>
                <a:path w="1910080" h="844550">
                  <a:moveTo>
                    <a:pt x="1667146" y="844261"/>
                  </a:moveTo>
                  <a:lnTo>
                    <a:pt x="217864" y="842251"/>
                  </a:lnTo>
                  <a:lnTo>
                    <a:pt x="162279" y="828341"/>
                  </a:lnTo>
                  <a:lnTo>
                    <a:pt x="118195" y="806623"/>
                  </a:lnTo>
                  <a:lnTo>
                    <a:pt x="79201" y="776731"/>
                  </a:lnTo>
                  <a:lnTo>
                    <a:pt x="46792" y="739813"/>
                  </a:lnTo>
                  <a:lnTo>
                    <a:pt x="22215" y="697287"/>
                  </a:lnTo>
                  <a:lnTo>
                    <a:pt x="6416" y="650788"/>
                  </a:lnTo>
                  <a:lnTo>
                    <a:pt x="0" y="602104"/>
                  </a:lnTo>
                  <a:lnTo>
                    <a:pt x="2011" y="217656"/>
                  </a:lnTo>
                  <a:lnTo>
                    <a:pt x="15934" y="162123"/>
                  </a:lnTo>
                  <a:lnTo>
                    <a:pt x="37672" y="118082"/>
                  </a:lnTo>
                  <a:lnTo>
                    <a:pt x="67593" y="79125"/>
                  </a:lnTo>
                  <a:lnTo>
                    <a:pt x="104547" y="46747"/>
                  </a:lnTo>
                  <a:lnTo>
                    <a:pt x="147113" y="22194"/>
                  </a:lnTo>
                  <a:lnTo>
                    <a:pt x="193656" y="6410"/>
                  </a:lnTo>
                  <a:lnTo>
                    <a:pt x="242388" y="0"/>
                  </a:lnTo>
                  <a:lnTo>
                    <a:pt x="250595" y="0"/>
                  </a:lnTo>
                  <a:lnTo>
                    <a:pt x="1691668" y="2009"/>
                  </a:lnTo>
                  <a:lnTo>
                    <a:pt x="1747254" y="15919"/>
                  </a:lnTo>
                  <a:lnTo>
                    <a:pt x="1791337" y="37637"/>
                  </a:lnTo>
                  <a:lnTo>
                    <a:pt x="1830332" y="67529"/>
                  </a:lnTo>
                  <a:lnTo>
                    <a:pt x="1862740" y="104447"/>
                  </a:lnTo>
                  <a:lnTo>
                    <a:pt x="1887317" y="146973"/>
                  </a:lnTo>
                  <a:lnTo>
                    <a:pt x="1903117" y="193471"/>
                  </a:lnTo>
                  <a:lnTo>
                    <a:pt x="1909534" y="242156"/>
                  </a:lnTo>
                  <a:lnTo>
                    <a:pt x="1907523" y="626604"/>
                  </a:lnTo>
                  <a:lnTo>
                    <a:pt x="1893598" y="682136"/>
                  </a:lnTo>
                  <a:lnTo>
                    <a:pt x="1871860" y="726177"/>
                  </a:lnTo>
                  <a:lnTo>
                    <a:pt x="1841939" y="765135"/>
                  </a:lnTo>
                  <a:lnTo>
                    <a:pt x="1804985" y="797512"/>
                  </a:lnTo>
                  <a:lnTo>
                    <a:pt x="1762419" y="822066"/>
                  </a:lnTo>
                  <a:lnTo>
                    <a:pt x="1715876" y="837850"/>
                  </a:lnTo>
                  <a:lnTo>
                    <a:pt x="1667146" y="844261"/>
                  </a:lnTo>
                  <a:close/>
                </a:path>
              </a:pathLst>
            </a:custGeom>
            <a:solidFill>
              <a:srgbClr val="FBC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403510" y="7450146"/>
              <a:ext cx="2154555" cy="1098550"/>
            </a:xfrm>
            <a:custGeom>
              <a:avLst/>
              <a:gdLst/>
              <a:ahLst/>
              <a:cxnLst/>
              <a:rect l="l" t="t" r="r" b="b"/>
              <a:pathLst>
                <a:path w="2154555" h="1098550">
                  <a:moveTo>
                    <a:pt x="1803738" y="1097945"/>
                  </a:moveTo>
                  <a:lnTo>
                    <a:pt x="315962" y="1096260"/>
                  </a:lnTo>
                  <a:lnTo>
                    <a:pt x="248611" y="1082876"/>
                  </a:lnTo>
                  <a:lnTo>
                    <a:pt x="185168" y="1056622"/>
                  </a:lnTo>
                  <a:lnTo>
                    <a:pt x="128071" y="1018507"/>
                  </a:lnTo>
                  <a:lnTo>
                    <a:pt x="79513" y="969996"/>
                  </a:lnTo>
                  <a:lnTo>
                    <a:pt x="41362" y="912953"/>
                  </a:lnTo>
                  <a:lnTo>
                    <a:pt x="15083" y="849571"/>
                  </a:lnTo>
                  <a:lnTo>
                    <a:pt x="1686" y="782285"/>
                  </a:lnTo>
                  <a:lnTo>
                    <a:pt x="0" y="747982"/>
                  </a:lnTo>
                  <a:lnTo>
                    <a:pt x="1686" y="315660"/>
                  </a:lnTo>
                  <a:lnTo>
                    <a:pt x="15083" y="248373"/>
                  </a:lnTo>
                  <a:lnTo>
                    <a:pt x="41362" y="184991"/>
                  </a:lnTo>
                  <a:lnTo>
                    <a:pt x="79513" y="127948"/>
                  </a:lnTo>
                  <a:lnTo>
                    <a:pt x="128071" y="79437"/>
                  </a:lnTo>
                  <a:lnTo>
                    <a:pt x="185168" y="41323"/>
                  </a:lnTo>
                  <a:lnTo>
                    <a:pt x="248611" y="15069"/>
                  </a:lnTo>
                  <a:lnTo>
                    <a:pt x="315962" y="1685"/>
                  </a:lnTo>
                  <a:lnTo>
                    <a:pt x="350298" y="0"/>
                  </a:lnTo>
                  <a:lnTo>
                    <a:pt x="1838073" y="1685"/>
                  </a:lnTo>
                  <a:lnTo>
                    <a:pt x="1905423" y="15069"/>
                  </a:lnTo>
                  <a:lnTo>
                    <a:pt x="1968866" y="41323"/>
                  </a:lnTo>
                  <a:lnTo>
                    <a:pt x="2025964" y="79437"/>
                  </a:lnTo>
                  <a:lnTo>
                    <a:pt x="2074521" y="127948"/>
                  </a:lnTo>
                  <a:lnTo>
                    <a:pt x="2112673" y="184991"/>
                  </a:lnTo>
                  <a:lnTo>
                    <a:pt x="2138952" y="248373"/>
                  </a:lnTo>
                  <a:lnTo>
                    <a:pt x="2152349" y="315660"/>
                  </a:lnTo>
                  <a:lnTo>
                    <a:pt x="2154035" y="349962"/>
                  </a:lnTo>
                  <a:lnTo>
                    <a:pt x="2152348" y="782285"/>
                  </a:lnTo>
                  <a:lnTo>
                    <a:pt x="2138952" y="849571"/>
                  </a:lnTo>
                  <a:lnTo>
                    <a:pt x="2112673" y="912953"/>
                  </a:lnTo>
                  <a:lnTo>
                    <a:pt x="2074521" y="969996"/>
                  </a:lnTo>
                  <a:lnTo>
                    <a:pt x="2025964" y="1018507"/>
                  </a:lnTo>
                  <a:lnTo>
                    <a:pt x="1968867" y="1056622"/>
                  </a:lnTo>
                  <a:lnTo>
                    <a:pt x="1905423" y="1082876"/>
                  </a:lnTo>
                  <a:lnTo>
                    <a:pt x="1838073" y="1096260"/>
                  </a:lnTo>
                  <a:lnTo>
                    <a:pt x="1803738" y="1097945"/>
                  </a:lnTo>
                  <a:close/>
                </a:path>
              </a:pathLst>
            </a:custGeom>
            <a:solidFill>
              <a:srgbClr val="FBD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525802" y="7574755"/>
              <a:ext cx="1910080" cy="844550"/>
            </a:xfrm>
            <a:custGeom>
              <a:avLst/>
              <a:gdLst/>
              <a:ahLst/>
              <a:cxnLst/>
              <a:rect l="l" t="t" r="r" b="b"/>
              <a:pathLst>
                <a:path w="1910080" h="844550">
                  <a:moveTo>
                    <a:pt x="1667145" y="844261"/>
                  </a:moveTo>
                  <a:lnTo>
                    <a:pt x="217865" y="842251"/>
                  </a:lnTo>
                  <a:lnTo>
                    <a:pt x="162278" y="828341"/>
                  </a:lnTo>
                  <a:lnTo>
                    <a:pt x="118195" y="806623"/>
                  </a:lnTo>
                  <a:lnTo>
                    <a:pt x="79200" y="776731"/>
                  </a:lnTo>
                  <a:lnTo>
                    <a:pt x="46792" y="739813"/>
                  </a:lnTo>
                  <a:lnTo>
                    <a:pt x="22215" y="697287"/>
                  </a:lnTo>
                  <a:lnTo>
                    <a:pt x="6415" y="650788"/>
                  </a:lnTo>
                  <a:lnTo>
                    <a:pt x="0" y="602104"/>
                  </a:lnTo>
                  <a:lnTo>
                    <a:pt x="2010" y="217656"/>
                  </a:lnTo>
                  <a:lnTo>
                    <a:pt x="15933" y="162123"/>
                  </a:lnTo>
                  <a:lnTo>
                    <a:pt x="37672" y="118082"/>
                  </a:lnTo>
                  <a:lnTo>
                    <a:pt x="67593" y="79125"/>
                  </a:lnTo>
                  <a:lnTo>
                    <a:pt x="104547" y="46747"/>
                  </a:lnTo>
                  <a:lnTo>
                    <a:pt x="147113" y="22194"/>
                  </a:lnTo>
                  <a:lnTo>
                    <a:pt x="193657" y="6410"/>
                  </a:lnTo>
                  <a:lnTo>
                    <a:pt x="242388" y="0"/>
                  </a:lnTo>
                  <a:lnTo>
                    <a:pt x="250595" y="0"/>
                  </a:lnTo>
                  <a:lnTo>
                    <a:pt x="1691668" y="2009"/>
                  </a:lnTo>
                  <a:lnTo>
                    <a:pt x="1747254" y="15919"/>
                  </a:lnTo>
                  <a:lnTo>
                    <a:pt x="1791337" y="37637"/>
                  </a:lnTo>
                  <a:lnTo>
                    <a:pt x="1830332" y="67529"/>
                  </a:lnTo>
                  <a:lnTo>
                    <a:pt x="1862740" y="104447"/>
                  </a:lnTo>
                  <a:lnTo>
                    <a:pt x="1887317" y="146973"/>
                  </a:lnTo>
                  <a:lnTo>
                    <a:pt x="1903117" y="193471"/>
                  </a:lnTo>
                  <a:lnTo>
                    <a:pt x="1909534" y="242156"/>
                  </a:lnTo>
                  <a:lnTo>
                    <a:pt x="1907522" y="626604"/>
                  </a:lnTo>
                  <a:lnTo>
                    <a:pt x="1893598" y="682136"/>
                  </a:lnTo>
                  <a:lnTo>
                    <a:pt x="1871860" y="726177"/>
                  </a:lnTo>
                  <a:lnTo>
                    <a:pt x="1841939" y="765135"/>
                  </a:lnTo>
                  <a:lnTo>
                    <a:pt x="1804986" y="797512"/>
                  </a:lnTo>
                  <a:lnTo>
                    <a:pt x="1762419" y="822066"/>
                  </a:lnTo>
                  <a:lnTo>
                    <a:pt x="1715876" y="837850"/>
                  </a:lnTo>
                  <a:lnTo>
                    <a:pt x="1667145" y="844261"/>
                  </a:lnTo>
                  <a:close/>
                </a:path>
              </a:pathLst>
            </a:custGeom>
            <a:solidFill>
              <a:srgbClr val="FBC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46847" y="7450146"/>
              <a:ext cx="2154555" cy="1098550"/>
            </a:xfrm>
            <a:custGeom>
              <a:avLst/>
              <a:gdLst/>
              <a:ahLst/>
              <a:cxnLst/>
              <a:rect l="l" t="t" r="r" b="b"/>
              <a:pathLst>
                <a:path w="2154554" h="1098550">
                  <a:moveTo>
                    <a:pt x="1803738" y="1097945"/>
                  </a:moveTo>
                  <a:lnTo>
                    <a:pt x="315962" y="1096260"/>
                  </a:lnTo>
                  <a:lnTo>
                    <a:pt x="248611" y="1082876"/>
                  </a:lnTo>
                  <a:lnTo>
                    <a:pt x="185168" y="1056622"/>
                  </a:lnTo>
                  <a:lnTo>
                    <a:pt x="128071" y="1018507"/>
                  </a:lnTo>
                  <a:lnTo>
                    <a:pt x="79513" y="969996"/>
                  </a:lnTo>
                  <a:lnTo>
                    <a:pt x="41362" y="912953"/>
                  </a:lnTo>
                  <a:lnTo>
                    <a:pt x="15083" y="849571"/>
                  </a:lnTo>
                  <a:lnTo>
                    <a:pt x="1686" y="782285"/>
                  </a:lnTo>
                  <a:lnTo>
                    <a:pt x="0" y="747982"/>
                  </a:lnTo>
                  <a:lnTo>
                    <a:pt x="1686" y="315660"/>
                  </a:lnTo>
                  <a:lnTo>
                    <a:pt x="15083" y="248373"/>
                  </a:lnTo>
                  <a:lnTo>
                    <a:pt x="41362" y="184991"/>
                  </a:lnTo>
                  <a:lnTo>
                    <a:pt x="79513" y="127948"/>
                  </a:lnTo>
                  <a:lnTo>
                    <a:pt x="128071" y="79437"/>
                  </a:lnTo>
                  <a:lnTo>
                    <a:pt x="185168" y="41323"/>
                  </a:lnTo>
                  <a:lnTo>
                    <a:pt x="248611" y="15069"/>
                  </a:lnTo>
                  <a:lnTo>
                    <a:pt x="315962" y="1685"/>
                  </a:lnTo>
                  <a:lnTo>
                    <a:pt x="350297" y="0"/>
                  </a:lnTo>
                  <a:lnTo>
                    <a:pt x="1838073" y="1685"/>
                  </a:lnTo>
                  <a:lnTo>
                    <a:pt x="1905423" y="15069"/>
                  </a:lnTo>
                  <a:lnTo>
                    <a:pt x="1968867" y="41323"/>
                  </a:lnTo>
                  <a:lnTo>
                    <a:pt x="2025964" y="79437"/>
                  </a:lnTo>
                  <a:lnTo>
                    <a:pt x="2074521" y="127948"/>
                  </a:lnTo>
                  <a:lnTo>
                    <a:pt x="2112673" y="184991"/>
                  </a:lnTo>
                  <a:lnTo>
                    <a:pt x="2138952" y="248373"/>
                  </a:lnTo>
                  <a:lnTo>
                    <a:pt x="2152349" y="315660"/>
                  </a:lnTo>
                  <a:lnTo>
                    <a:pt x="2154036" y="349962"/>
                  </a:lnTo>
                  <a:lnTo>
                    <a:pt x="2152349" y="782285"/>
                  </a:lnTo>
                  <a:lnTo>
                    <a:pt x="2138952" y="849571"/>
                  </a:lnTo>
                  <a:lnTo>
                    <a:pt x="2112673" y="912953"/>
                  </a:lnTo>
                  <a:lnTo>
                    <a:pt x="2074521" y="969996"/>
                  </a:lnTo>
                  <a:lnTo>
                    <a:pt x="2025964" y="1018507"/>
                  </a:lnTo>
                  <a:lnTo>
                    <a:pt x="1968867" y="1056622"/>
                  </a:lnTo>
                  <a:lnTo>
                    <a:pt x="1905424" y="1082876"/>
                  </a:lnTo>
                  <a:lnTo>
                    <a:pt x="1838073" y="1096260"/>
                  </a:lnTo>
                  <a:lnTo>
                    <a:pt x="1803738" y="1097945"/>
                  </a:lnTo>
                  <a:close/>
                </a:path>
              </a:pathLst>
            </a:custGeom>
            <a:solidFill>
              <a:srgbClr val="FBD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69138" y="7574755"/>
              <a:ext cx="1910080" cy="844550"/>
            </a:xfrm>
            <a:custGeom>
              <a:avLst/>
              <a:gdLst/>
              <a:ahLst/>
              <a:cxnLst/>
              <a:rect l="l" t="t" r="r" b="b"/>
              <a:pathLst>
                <a:path w="1910079" h="844550">
                  <a:moveTo>
                    <a:pt x="1667145" y="844261"/>
                  </a:moveTo>
                  <a:lnTo>
                    <a:pt x="217865" y="842251"/>
                  </a:lnTo>
                  <a:lnTo>
                    <a:pt x="162279" y="828341"/>
                  </a:lnTo>
                  <a:lnTo>
                    <a:pt x="118196" y="806623"/>
                  </a:lnTo>
                  <a:lnTo>
                    <a:pt x="79201" y="776731"/>
                  </a:lnTo>
                  <a:lnTo>
                    <a:pt x="46792" y="739813"/>
                  </a:lnTo>
                  <a:lnTo>
                    <a:pt x="22216" y="697287"/>
                  </a:lnTo>
                  <a:lnTo>
                    <a:pt x="6416" y="650788"/>
                  </a:lnTo>
                  <a:lnTo>
                    <a:pt x="0" y="602104"/>
                  </a:lnTo>
                  <a:lnTo>
                    <a:pt x="2011" y="217656"/>
                  </a:lnTo>
                  <a:lnTo>
                    <a:pt x="15934" y="162123"/>
                  </a:lnTo>
                  <a:lnTo>
                    <a:pt x="37673" y="118082"/>
                  </a:lnTo>
                  <a:lnTo>
                    <a:pt x="67594" y="79125"/>
                  </a:lnTo>
                  <a:lnTo>
                    <a:pt x="104548" y="46747"/>
                  </a:lnTo>
                  <a:lnTo>
                    <a:pt x="147114" y="22194"/>
                  </a:lnTo>
                  <a:lnTo>
                    <a:pt x="193657" y="6410"/>
                  </a:lnTo>
                  <a:lnTo>
                    <a:pt x="242388" y="0"/>
                  </a:lnTo>
                  <a:lnTo>
                    <a:pt x="250595" y="0"/>
                  </a:lnTo>
                  <a:lnTo>
                    <a:pt x="1691668" y="2009"/>
                  </a:lnTo>
                  <a:lnTo>
                    <a:pt x="1747254" y="15919"/>
                  </a:lnTo>
                  <a:lnTo>
                    <a:pt x="1791337" y="37637"/>
                  </a:lnTo>
                  <a:lnTo>
                    <a:pt x="1830332" y="67529"/>
                  </a:lnTo>
                  <a:lnTo>
                    <a:pt x="1862741" y="104447"/>
                  </a:lnTo>
                  <a:lnTo>
                    <a:pt x="1887317" y="146973"/>
                  </a:lnTo>
                  <a:lnTo>
                    <a:pt x="1903118" y="193471"/>
                  </a:lnTo>
                  <a:lnTo>
                    <a:pt x="1909534" y="242156"/>
                  </a:lnTo>
                  <a:lnTo>
                    <a:pt x="1907523" y="626604"/>
                  </a:lnTo>
                  <a:lnTo>
                    <a:pt x="1893599" y="682136"/>
                  </a:lnTo>
                  <a:lnTo>
                    <a:pt x="1871860" y="726177"/>
                  </a:lnTo>
                  <a:lnTo>
                    <a:pt x="1841939" y="765135"/>
                  </a:lnTo>
                  <a:lnTo>
                    <a:pt x="1804985" y="797512"/>
                  </a:lnTo>
                  <a:lnTo>
                    <a:pt x="1762419" y="822066"/>
                  </a:lnTo>
                  <a:lnTo>
                    <a:pt x="1715876" y="837850"/>
                  </a:lnTo>
                  <a:lnTo>
                    <a:pt x="1667145" y="844261"/>
                  </a:lnTo>
                  <a:close/>
                </a:path>
              </a:pathLst>
            </a:custGeom>
            <a:solidFill>
              <a:srgbClr val="FBC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88232" y="4414098"/>
              <a:ext cx="2813050" cy="2266315"/>
            </a:xfrm>
            <a:custGeom>
              <a:avLst/>
              <a:gdLst/>
              <a:ahLst/>
              <a:cxnLst/>
              <a:rect l="l" t="t" r="r" b="b"/>
              <a:pathLst>
                <a:path w="2813050" h="2266315">
                  <a:moveTo>
                    <a:pt x="1604037" y="2266235"/>
                  </a:moveTo>
                  <a:lnTo>
                    <a:pt x="1604037" y="1691635"/>
                  </a:lnTo>
                  <a:lnTo>
                    <a:pt x="978849" y="1693682"/>
                  </a:lnTo>
                  <a:lnTo>
                    <a:pt x="298704" y="1429044"/>
                  </a:lnTo>
                  <a:lnTo>
                    <a:pt x="31197" y="846841"/>
                  </a:lnTo>
                  <a:lnTo>
                    <a:pt x="0" y="264637"/>
                  </a:lnTo>
                  <a:lnTo>
                    <a:pt x="28784" y="0"/>
                  </a:lnTo>
                  <a:lnTo>
                    <a:pt x="48194" y="111484"/>
                  </a:lnTo>
                  <a:lnTo>
                    <a:pt x="152477" y="356749"/>
                  </a:lnTo>
                  <a:lnTo>
                    <a:pt x="410718" y="602014"/>
                  </a:lnTo>
                  <a:lnTo>
                    <a:pt x="892001" y="713498"/>
                  </a:lnTo>
                  <a:lnTo>
                    <a:pt x="1603160" y="712329"/>
                  </a:lnTo>
                  <a:lnTo>
                    <a:pt x="1604037" y="103515"/>
                  </a:lnTo>
                  <a:lnTo>
                    <a:pt x="2812599" y="1201251"/>
                  </a:lnTo>
                  <a:lnTo>
                    <a:pt x="1604037" y="2266235"/>
                  </a:lnTo>
                  <a:close/>
                </a:path>
              </a:pathLst>
            </a:custGeom>
            <a:solidFill>
              <a:srgbClr val="4233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62400" y="2639508"/>
            <a:ext cx="219519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32080">
              <a:lnSpc>
                <a:spcPts val="2090"/>
              </a:lnSpc>
              <a:spcBef>
                <a:spcPts val="225"/>
              </a:spcBef>
            </a:pPr>
            <a:r>
              <a:rPr sz="1800" b="1" spc="80" dirty="0">
                <a:latin typeface="Tahoma"/>
                <a:cs typeface="Tahoma"/>
              </a:rPr>
              <a:t>Dependence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45" dirty="0">
                <a:latin typeface="Tahoma"/>
                <a:cs typeface="Tahoma"/>
              </a:rPr>
              <a:t>on </a:t>
            </a:r>
            <a:r>
              <a:rPr sz="1800" b="1" dirty="0">
                <a:latin typeface="Tahoma"/>
                <a:cs typeface="Tahoma"/>
              </a:rPr>
              <a:t>User</a:t>
            </a:r>
            <a:r>
              <a:rPr sz="1800" b="1" spc="135" dirty="0">
                <a:latin typeface="Tahoma"/>
                <a:cs typeface="Tahoma"/>
              </a:rPr>
              <a:t> </a:t>
            </a:r>
            <a:r>
              <a:rPr sz="1800" b="1" spc="70" dirty="0">
                <a:latin typeface="Tahoma"/>
                <a:cs typeface="Tahoma"/>
              </a:rPr>
              <a:t>Engagement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90290" y="7995835"/>
            <a:ext cx="1522730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45085">
              <a:lnSpc>
                <a:spcPts val="2030"/>
              </a:lnSpc>
              <a:spcBef>
                <a:spcPts val="175"/>
              </a:spcBef>
            </a:pPr>
            <a:r>
              <a:rPr sz="1700" b="1" dirty="0">
                <a:latin typeface="Tahoma"/>
                <a:cs typeface="Tahoma"/>
              </a:rPr>
              <a:t>Potential</a:t>
            </a:r>
            <a:r>
              <a:rPr sz="1700" b="1" spc="260" dirty="0">
                <a:latin typeface="Tahoma"/>
                <a:cs typeface="Tahoma"/>
              </a:rPr>
              <a:t> </a:t>
            </a:r>
            <a:r>
              <a:rPr sz="1700" b="1" spc="-25" dirty="0">
                <a:latin typeface="Tahoma"/>
                <a:cs typeface="Tahoma"/>
              </a:rPr>
              <a:t>for </a:t>
            </a:r>
            <a:r>
              <a:rPr sz="1700" b="1" spc="-10" dirty="0">
                <a:latin typeface="Tahoma"/>
                <a:cs typeface="Tahoma"/>
              </a:rPr>
              <a:t>Manipulation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8375" y="5278619"/>
            <a:ext cx="1604645" cy="6432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236854">
              <a:lnSpc>
                <a:spcPts val="2400"/>
              </a:lnSpc>
              <a:spcBef>
                <a:spcPts val="229"/>
              </a:spcBef>
            </a:pPr>
            <a:r>
              <a:rPr sz="2050" b="1" spc="55" dirty="0">
                <a:latin typeface="Tahoma"/>
                <a:cs typeface="Tahoma"/>
              </a:rPr>
              <a:t>Content </a:t>
            </a:r>
            <a:r>
              <a:rPr sz="2050" b="1" spc="50" dirty="0">
                <a:latin typeface="Tahoma"/>
                <a:cs typeface="Tahoma"/>
              </a:rPr>
              <a:t>Moderation</a:t>
            </a:r>
            <a:endParaRPr sz="205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92095" y="5800915"/>
            <a:ext cx="19088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Scalability</a:t>
            </a:r>
            <a:r>
              <a:rPr sz="1400" b="1" spc="16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Concerns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15875" y="7889790"/>
            <a:ext cx="197294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latin typeface="Tahoma"/>
                <a:cs typeface="Tahoma"/>
              </a:rPr>
              <a:t>Legal</a:t>
            </a:r>
            <a:r>
              <a:rPr sz="1200" b="1" spc="155" dirty="0">
                <a:latin typeface="Tahoma"/>
                <a:cs typeface="Tahoma"/>
              </a:rPr>
              <a:t> </a:t>
            </a:r>
            <a:r>
              <a:rPr sz="1200" b="1" spc="65" dirty="0">
                <a:latin typeface="Tahoma"/>
                <a:cs typeface="Tahoma"/>
              </a:rPr>
              <a:t>and</a:t>
            </a:r>
            <a:r>
              <a:rPr sz="1200" b="1" spc="160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Ethical</a:t>
            </a:r>
            <a:r>
              <a:rPr sz="1200" b="1" spc="16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Issues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55236" y="7836298"/>
            <a:ext cx="137731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50" dirty="0">
                <a:latin typeface="Tahoma"/>
                <a:cs typeface="Tahoma"/>
              </a:rPr>
              <a:t>Competition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670990" y="7861215"/>
            <a:ext cx="176403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dirty="0">
                <a:latin typeface="Tahoma"/>
                <a:cs typeface="Tahoma"/>
              </a:rPr>
              <a:t>Technical</a:t>
            </a:r>
            <a:r>
              <a:rPr sz="1200" b="1" spc="31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Complexity</a:t>
            </a:r>
            <a:endParaRPr sz="1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96439" y="4167769"/>
            <a:ext cx="10895330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400" spc="455" dirty="0">
                <a:solidFill>
                  <a:srgbClr val="000000"/>
                </a:solidFill>
              </a:rPr>
              <a:t>THANK</a:t>
            </a:r>
            <a:r>
              <a:rPr sz="12400" spc="-120" dirty="0">
                <a:solidFill>
                  <a:srgbClr val="000000"/>
                </a:solidFill>
              </a:rPr>
              <a:t> </a:t>
            </a:r>
            <a:r>
              <a:rPr sz="12400" spc="465" dirty="0">
                <a:solidFill>
                  <a:srgbClr val="D6AA66"/>
                </a:solidFill>
              </a:rPr>
              <a:t>YOU</a:t>
            </a:r>
            <a:r>
              <a:rPr sz="12400" spc="-114" dirty="0">
                <a:solidFill>
                  <a:srgbClr val="D6AA66"/>
                </a:solidFill>
              </a:rPr>
              <a:t> </a:t>
            </a:r>
            <a:r>
              <a:rPr sz="12400" spc="-730" dirty="0">
                <a:solidFill>
                  <a:srgbClr val="040505"/>
                </a:solidFill>
              </a:rPr>
              <a:t>!</a:t>
            </a:r>
            <a:endParaRPr sz="1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299</Words>
  <Application>Microsoft Office PowerPoint</Application>
  <PresentationFormat>Custom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Black</vt:lpstr>
      <vt:lpstr>Calibri</vt:lpstr>
      <vt:lpstr>Tahoma</vt:lpstr>
      <vt:lpstr>Verdana</vt:lpstr>
      <vt:lpstr>Office Theme</vt:lpstr>
      <vt:lpstr>PowerPoint Presentation</vt:lpstr>
      <vt:lpstr>PROBLEM STATEMENT</vt:lpstr>
      <vt:lpstr>PROPOSED SOLUTION</vt:lpstr>
      <vt:lpstr> FLOWCHART</vt:lpstr>
      <vt:lpstr>TECH STACK</vt:lpstr>
      <vt:lpstr>PROTOTYPE</vt:lpstr>
      <vt:lpstr>FEATURES</vt:lpstr>
      <vt:lpstr>DRAWBACKS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Hacksagon Template PPT.pptx</dc:title>
  <dc:creator>Lakshita Pagaria</dc:creator>
  <cp:keywords>DAGiqS_GMvc,BAFSW_cghwk,0</cp:keywords>
  <cp:lastModifiedBy>Himanshu Heda</cp:lastModifiedBy>
  <cp:revision>4</cp:revision>
  <dcterms:created xsi:type="dcterms:W3CDTF">2025-09-05T15:25:31Z</dcterms:created>
  <dcterms:modified xsi:type="dcterms:W3CDTF">2025-09-05T20:04:23Z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2025-06-28T00:00:00Z</vt:filetime>
  </property>
  <property fmtid="{D5CDD505-2E9C-101B-9397-08002B2CF9AE}" pid="3" name="Creator">
    <vt:lpwstr>Canva</vt:lpwstr>
  </property>
  <property fmtid="{D5CDD505-2E9C-101B-9397-08002B2CF9AE}" pid="4" name="LastSaved">
    <vt:filetime>2025-09-05T00:00:00Z</vt:filetime>
  </property>
  <property fmtid="{D5CDD505-2E9C-101B-9397-08002B2CF9AE}" pid="5" name="Producer">
    <vt:lpwstr>Canva</vt:lpwstr>
  </property>
</Properties>
</file>